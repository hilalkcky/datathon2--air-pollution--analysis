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1"/>
  </p:notesMasterIdLst>
  <p:sldIdLst>
    <p:sldId id="256" r:id="rId2"/>
    <p:sldId id="259" r:id="rId3"/>
    <p:sldId id="270" r:id="rId4"/>
    <p:sldId id="271" r:id="rId5"/>
    <p:sldId id="258" r:id="rId6"/>
    <p:sldId id="261" r:id="rId7"/>
    <p:sldId id="274" r:id="rId8"/>
    <p:sldId id="263" r:id="rId9"/>
    <p:sldId id="267" r:id="rId10"/>
    <p:sldId id="268" r:id="rId11"/>
    <p:sldId id="262" r:id="rId12"/>
    <p:sldId id="272" r:id="rId13"/>
    <p:sldId id="273" r:id="rId14"/>
    <p:sldId id="260" r:id="rId15"/>
    <p:sldId id="275" r:id="rId16"/>
    <p:sldId id="276" r:id="rId17"/>
    <p:sldId id="277" r:id="rId18"/>
    <p:sldId id="278" r:id="rId19"/>
    <p:sldId id="26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al akçakaya" initials="ha" lastIdx="1" clrIdx="0">
    <p:extLst>
      <p:ext uri="{19B8F6BF-5375-455C-9EA6-DF929625EA0E}">
        <p15:presenceInfo xmlns:p15="http://schemas.microsoft.com/office/powerpoint/2012/main" userId="8280e374b57eab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8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al akçakaya" userId="8280e374b57eab75" providerId="LiveId" clId="{6B179595-E93D-420C-84CE-E1643F9E5C2C}"/>
    <pc:docChg chg="undo custSel addSld delSld modSld sldOrd">
      <pc:chgData name="hilal akçakaya" userId="8280e374b57eab75" providerId="LiveId" clId="{6B179595-E93D-420C-84CE-E1643F9E5C2C}" dt="2023-12-31T10:14:23.945" v="2242" actId="20577"/>
      <pc:docMkLst>
        <pc:docMk/>
      </pc:docMkLst>
      <pc:sldChg chg="modSp mod">
        <pc:chgData name="hilal akçakaya" userId="8280e374b57eab75" providerId="LiveId" clId="{6B179595-E93D-420C-84CE-E1643F9E5C2C}" dt="2023-12-31T10:14:23.945" v="2242" actId="20577"/>
        <pc:sldMkLst>
          <pc:docMk/>
          <pc:sldMk cId="2712791757" sldId="258"/>
        </pc:sldMkLst>
        <pc:spChg chg="mod">
          <ac:chgData name="hilal akçakaya" userId="8280e374b57eab75" providerId="LiveId" clId="{6B179595-E93D-420C-84CE-E1643F9E5C2C}" dt="2023-12-31T10:14:23.945" v="2242" actId="20577"/>
          <ac:spMkLst>
            <pc:docMk/>
            <pc:sldMk cId="2712791757" sldId="258"/>
            <ac:spMk id="3" creationId="{00000000-0000-0000-0000-000000000000}"/>
          </ac:spMkLst>
        </pc:spChg>
      </pc:sldChg>
      <pc:sldChg chg="addSp modSp mod">
        <pc:chgData name="hilal akçakaya" userId="8280e374b57eab75" providerId="LiveId" clId="{6B179595-E93D-420C-84CE-E1643F9E5C2C}" dt="2023-12-31T07:46:03.031" v="1848" actId="14100"/>
        <pc:sldMkLst>
          <pc:docMk/>
          <pc:sldMk cId="3232844343" sldId="259"/>
        </pc:sldMkLst>
        <pc:spChg chg="mod">
          <ac:chgData name="hilal akçakaya" userId="8280e374b57eab75" providerId="LiveId" clId="{6B179595-E93D-420C-84CE-E1643F9E5C2C}" dt="2023-12-31T05:18:13.105" v="41" actId="20577"/>
          <ac:spMkLst>
            <pc:docMk/>
            <pc:sldMk cId="3232844343" sldId="259"/>
            <ac:spMk id="3" creationId="{00000000-0000-0000-0000-000000000000}"/>
          </ac:spMkLst>
        </pc:spChg>
        <pc:picChg chg="add mod">
          <ac:chgData name="hilal akçakaya" userId="8280e374b57eab75" providerId="LiveId" clId="{6B179595-E93D-420C-84CE-E1643F9E5C2C}" dt="2023-12-31T07:46:03.031" v="1848" actId="14100"/>
          <ac:picMkLst>
            <pc:docMk/>
            <pc:sldMk cId="3232844343" sldId="259"/>
            <ac:picMk id="8" creationId="{C410F0A0-64C7-41EE-8A56-6935DF5AD63C}"/>
          </ac:picMkLst>
        </pc:picChg>
      </pc:sldChg>
      <pc:sldChg chg="modSp mod">
        <pc:chgData name="hilal akçakaya" userId="8280e374b57eab75" providerId="LiveId" clId="{6B179595-E93D-420C-84CE-E1643F9E5C2C}" dt="2023-12-31T07:27:26.665" v="894" actId="255"/>
        <pc:sldMkLst>
          <pc:docMk/>
          <pc:sldMk cId="2746191660" sldId="260"/>
        </pc:sldMkLst>
        <pc:spChg chg="mod">
          <ac:chgData name="hilal akçakaya" userId="8280e374b57eab75" providerId="LiveId" clId="{6B179595-E93D-420C-84CE-E1643F9E5C2C}" dt="2023-12-31T07:27:26.665" v="894" actId="255"/>
          <ac:spMkLst>
            <pc:docMk/>
            <pc:sldMk cId="2746191660" sldId="260"/>
            <ac:spMk id="3" creationId="{00000000-0000-0000-0000-000000000000}"/>
          </ac:spMkLst>
        </pc:spChg>
      </pc:sldChg>
      <pc:sldChg chg="modSp mod">
        <pc:chgData name="hilal akçakaya" userId="8280e374b57eab75" providerId="LiveId" clId="{6B179595-E93D-420C-84CE-E1643F9E5C2C}" dt="2023-12-31T05:35:14.209" v="163" actId="20577"/>
        <pc:sldMkLst>
          <pc:docMk/>
          <pc:sldMk cId="406585563" sldId="261"/>
        </pc:sldMkLst>
        <pc:spChg chg="mod">
          <ac:chgData name="hilal akçakaya" userId="8280e374b57eab75" providerId="LiveId" clId="{6B179595-E93D-420C-84CE-E1643F9E5C2C}" dt="2023-12-31T05:35:14.209" v="163" actId="20577"/>
          <ac:spMkLst>
            <pc:docMk/>
            <pc:sldMk cId="406585563" sldId="261"/>
            <ac:spMk id="3" creationId="{00000000-0000-0000-0000-000000000000}"/>
          </ac:spMkLst>
        </pc:spChg>
      </pc:sldChg>
      <pc:sldChg chg="addSp delSp modSp mod">
        <pc:chgData name="hilal akçakaya" userId="8280e374b57eab75" providerId="LiveId" clId="{6B179595-E93D-420C-84CE-E1643F9E5C2C}" dt="2023-12-31T06:07:55.259" v="450" actId="1076"/>
        <pc:sldMkLst>
          <pc:docMk/>
          <pc:sldMk cId="2192124661" sldId="262"/>
        </pc:sldMkLst>
        <pc:spChg chg="mod">
          <ac:chgData name="hilal akçakaya" userId="8280e374b57eab75" providerId="LiveId" clId="{6B179595-E93D-420C-84CE-E1643F9E5C2C}" dt="2023-12-31T06:06:38.522" v="426" actId="20577"/>
          <ac:spMkLst>
            <pc:docMk/>
            <pc:sldMk cId="2192124661" sldId="262"/>
            <ac:spMk id="2" creationId="{00000000-0000-0000-0000-000000000000}"/>
          </ac:spMkLst>
        </pc:spChg>
        <pc:spChg chg="mod">
          <ac:chgData name="hilal akçakaya" userId="8280e374b57eab75" providerId="LiveId" clId="{6B179595-E93D-420C-84CE-E1643F9E5C2C}" dt="2023-12-31T06:06:23.076" v="422" actId="20577"/>
          <ac:spMkLst>
            <pc:docMk/>
            <pc:sldMk cId="2192124661" sldId="262"/>
            <ac:spMk id="3" creationId="{00000000-0000-0000-0000-000000000000}"/>
          </ac:spMkLst>
        </pc:spChg>
        <pc:picChg chg="add del mod">
          <ac:chgData name="hilal akçakaya" userId="8280e374b57eab75" providerId="LiveId" clId="{6B179595-E93D-420C-84CE-E1643F9E5C2C}" dt="2023-12-31T06:05:56.022" v="416" actId="21"/>
          <ac:picMkLst>
            <pc:docMk/>
            <pc:sldMk cId="2192124661" sldId="262"/>
            <ac:picMk id="8" creationId="{FBAC6D15-3E7C-B27F-E43A-CB9C335FD277}"/>
          </ac:picMkLst>
        </pc:picChg>
        <pc:picChg chg="add mod">
          <ac:chgData name="hilal akçakaya" userId="8280e374b57eab75" providerId="LiveId" clId="{6B179595-E93D-420C-84CE-E1643F9E5C2C}" dt="2023-12-31T06:07:55.259" v="450" actId="1076"/>
          <ac:picMkLst>
            <pc:docMk/>
            <pc:sldMk cId="2192124661" sldId="262"/>
            <ac:picMk id="10" creationId="{CC877C7E-77BD-E997-77A2-9B1955088229}"/>
          </ac:picMkLst>
        </pc:picChg>
        <pc:picChg chg="add del mod">
          <ac:chgData name="hilal akçakaya" userId="8280e374b57eab75" providerId="LiveId" clId="{6B179595-E93D-420C-84CE-E1643F9E5C2C}" dt="2023-12-31T06:06:54.654" v="429" actId="21"/>
          <ac:picMkLst>
            <pc:docMk/>
            <pc:sldMk cId="2192124661" sldId="262"/>
            <ac:picMk id="12" creationId="{45A61933-AEB6-E552-CF6D-66EE6FE5A99C}"/>
          </ac:picMkLst>
        </pc:picChg>
        <pc:picChg chg="add del mod">
          <ac:chgData name="hilal akçakaya" userId="8280e374b57eab75" providerId="LiveId" clId="{6B179595-E93D-420C-84CE-E1643F9E5C2C}" dt="2023-12-31T06:07:09.179" v="431" actId="21"/>
          <ac:picMkLst>
            <pc:docMk/>
            <pc:sldMk cId="2192124661" sldId="262"/>
            <ac:picMk id="14" creationId="{BEE79C85-D957-7DE3-06BB-D5FCE7A50008}"/>
          </ac:picMkLst>
        </pc:picChg>
        <pc:picChg chg="add mod">
          <ac:chgData name="hilal akçakaya" userId="8280e374b57eab75" providerId="LiveId" clId="{6B179595-E93D-420C-84CE-E1643F9E5C2C}" dt="2023-12-31T06:07:48.723" v="447" actId="1076"/>
          <ac:picMkLst>
            <pc:docMk/>
            <pc:sldMk cId="2192124661" sldId="262"/>
            <ac:picMk id="16" creationId="{1CD857B3-B733-CC24-7255-9961795C9C34}"/>
          </ac:picMkLst>
        </pc:picChg>
      </pc:sldChg>
      <pc:sldChg chg="modSp mod">
        <pc:chgData name="hilal akçakaya" userId="8280e374b57eab75" providerId="LiveId" clId="{6B179595-E93D-420C-84CE-E1643F9E5C2C}" dt="2023-12-31T05:36:13.655" v="224" actId="14100"/>
        <pc:sldMkLst>
          <pc:docMk/>
          <pc:sldMk cId="4243900832" sldId="263"/>
        </pc:sldMkLst>
        <pc:spChg chg="mod">
          <ac:chgData name="hilal akçakaya" userId="8280e374b57eab75" providerId="LiveId" clId="{6B179595-E93D-420C-84CE-E1643F9E5C2C}" dt="2023-12-31T05:36:09.621" v="223" actId="20577"/>
          <ac:spMkLst>
            <pc:docMk/>
            <pc:sldMk cId="4243900832" sldId="263"/>
            <ac:spMk id="2" creationId="{00000000-0000-0000-0000-000000000000}"/>
          </ac:spMkLst>
        </pc:spChg>
        <pc:picChg chg="mod">
          <ac:chgData name="hilal akçakaya" userId="8280e374b57eab75" providerId="LiveId" clId="{6B179595-E93D-420C-84CE-E1643F9E5C2C}" dt="2023-12-31T05:36:13.655" v="224" actId="14100"/>
          <ac:picMkLst>
            <pc:docMk/>
            <pc:sldMk cId="4243900832" sldId="263"/>
            <ac:picMk id="8" creationId="{0C1A85CD-689E-9A83-6882-5CE269A0BF2B}"/>
          </ac:picMkLst>
        </pc:picChg>
      </pc:sldChg>
      <pc:sldChg chg="modSp mod">
        <pc:chgData name="hilal akçakaya" userId="8280e374b57eab75" providerId="LiveId" clId="{6B179595-E93D-420C-84CE-E1643F9E5C2C}" dt="2023-12-31T07:27:05.313" v="891" actId="2711"/>
        <pc:sldMkLst>
          <pc:docMk/>
          <pc:sldMk cId="949397778" sldId="264"/>
        </pc:sldMkLst>
        <pc:spChg chg="mod">
          <ac:chgData name="hilal akçakaya" userId="8280e374b57eab75" providerId="LiveId" clId="{6B179595-E93D-420C-84CE-E1643F9E5C2C}" dt="2023-12-31T07:26:56.387" v="890" actId="2711"/>
          <ac:spMkLst>
            <pc:docMk/>
            <pc:sldMk cId="949397778" sldId="264"/>
            <ac:spMk id="2" creationId="{00000000-0000-0000-0000-000000000000}"/>
          </ac:spMkLst>
        </pc:spChg>
        <pc:spChg chg="mod">
          <ac:chgData name="hilal akçakaya" userId="8280e374b57eab75" providerId="LiveId" clId="{6B179595-E93D-420C-84CE-E1643F9E5C2C}" dt="2023-12-31T07:27:05.313" v="891" actId="2711"/>
          <ac:spMkLst>
            <pc:docMk/>
            <pc:sldMk cId="949397778" sldId="264"/>
            <ac:spMk id="3" creationId="{00000000-0000-0000-0000-000000000000}"/>
          </ac:spMkLst>
        </pc:spChg>
      </pc:sldChg>
      <pc:sldChg chg="addSp delSp modSp add del mod">
        <pc:chgData name="hilal akçakaya" userId="8280e374b57eab75" providerId="LiveId" clId="{6B179595-E93D-420C-84CE-E1643F9E5C2C}" dt="2023-12-31T05:38:05.178" v="302" actId="2696"/>
        <pc:sldMkLst>
          <pc:docMk/>
          <pc:sldMk cId="521947070" sldId="265"/>
        </pc:sldMkLst>
        <pc:spChg chg="del">
          <ac:chgData name="hilal akçakaya" userId="8280e374b57eab75" providerId="LiveId" clId="{6B179595-E93D-420C-84CE-E1643F9E5C2C}" dt="2023-12-30T21:59:56.706" v="1" actId="931"/>
          <ac:spMkLst>
            <pc:docMk/>
            <pc:sldMk cId="521947070" sldId="265"/>
            <ac:spMk id="3" creationId="{00000000-0000-0000-0000-000000000000}"/>
          </ac:spMkLst>
        </pc:spChg>
        <pc:picChg chg="add mod">
          <ac:chgData name="hilal akçakaya" userId="8280e374b57eab75" providerId="LiveId" clId="{6B179595-E93D-420C-84CE-E1643F9E5C2C}" dt="2023-12-30T22:00:01.302" v="3" actId="14100"/>
          <ac:picMkLst>
            <pc:docMk/>
            <pc:sldMk cId="521947070" sldId="265"/>
            <ac:picMk id="8" creationId="{6B24B504-89D3-C90A-9847-949F15CA6683}"/>
          </ac:picMkLst>
        </pc:picChg>
      </pc:sldChg>
      <pc:sldChg chg="del ord">
        <pc:chgData name="hilal akçakaya" userId="8280e374b57eab75" providerId="LiveId" clId="{6B179595-E93D-420C-84CE-E1643F9E5C2C}" dt="2023-12-31T05:38:03.475" v="301" actId="2696"/>
        <pc:sldMkLst>
          <pc:docMk/>
          <pc:sldMk cId="723549542" sldId="266"/>
        </pc:sldMkLst>
      </pc:sldChg>
      <pc:sldChg chg="addSp delSp modSp add mod ord">
        <pc:chgData name="hilal akçakaya" userId="8280e374b57eab75" providerId="LiveId" clId="{6B179595-E93D-420C-84CE-E1643F9E5C2C}" dt="2023-12-31T05:37:37.813" v="299" actId="20577"/>
        <pc:sldMkLst>
          <pc:docMk/>
          <pc:sldMk cId="3767451151" sldId="267"/>
        </pc:sldMkLst>
        <pc:spChg chg="mod">
          <ac:chgData name="hilal akçakaya" userId="8280e374b57eab75" providerId="LiveId" clId="{6B179595-E93D-420C-84CE-E1643F9E5C2C}" dt="2023-12-31T05:37:37.813" v="299" actId="20577"/>
          <ac:spMkLst>
            <pc:docMk/>
            <pc:sldMk cId="3767451151" sldId="267"/>
            <ac:spMk id="2" creationId="{00000000-0000-0000-0000-000000000000}"/>
          </ac:spMkLst>
        </pc:spChg>
        <pc:spChg chg="del">
          <ac:chgData name="hilal akçakaya" userId="8280e374b57eab75" providerId="LiveId" clId="{6B179595-E93D-420C-84CE-E1643F9E5C2C}" dt="2023-12-30T22:09:49.826" v="9" actId="931"/>
          <ac:spMkLst>
            <pc:docMk/>
            <pc:sldMk cId="3767451151" sldId="267"/>
            <ac:spMk id="3" creationId="{00000000-0000-0000-0000-000000000000}"/>
          </ac:spMkLst>
        </pc:spChg>
        <pc:spChg chg="add del mod">
          <ac:chgData name="hilal akçakaya" userId="8280e374b57eab75" providerId="LiveId" clId="{6B179595-E93D-420C-84CE-E1643F9E5C2C}" dt="2023-12-31T05:36:52.610" v="233" actId="931"/>
          <ac:spMkLst>
            <pc:docMk/>
            <pc:sldMk cId="3767451151" sldId="267"/>
            <ac:spMk id="7" creationId="{B8D39737-1CA4-8E6C-D64C-198D9A5140D3}"/>
          </ac:spMkLst>
        </pc:spChg>
        <pc:picChg chg="add del mod">
          <ac:chgData name="hilal akçakaya" userId="8280e374b57eab75" providerId="LiveId" clId="{6B179595-E93D-420C-84CE-E1643F9E5C2C}" dt="2023-12-31T05:36:47.999" v="232" actId="21"/>
          <ac:picMkLst>
            <pc:docMk/>
            <pc:sldMk cId="3767451151" sldId="267"/>
            <ac:picMk id="8" creationId="{3F421250-B79F-32B3-C7CF-24716F060A12}"/>
          </ac:picMkLst>
        </pc:picChg>
        <pc:picChg chg="add mod">
          <ac:chgData name="hilal akçakaya" userId="8280e374b57eab75" providerId="LiveId" clId="{6B179595-E93D-420C-84CE-E1643F9E5C2C}" dt="2023-12-31T05:36:52.610" v="233" actId="931"/>
          <ac:picMkLst>
            <pc:docMk/>
            <pc:sldMk cId="3767451151" sldId="267"/>
            <ac:picMk id="10" creationId="{1DD61C5D-4357-730C-DC10-4D8427E9E0EF}"/>
          </ac:picMkLst>
        </pc:picChg>
      </pc:sldChg>
      <pc:sldChg chg="addSp delSp modSp add mod ord">
        <pc:chgData name="hilal akçakaya" userId="8280e374b57eab75" providerId="LiveId" clId="{6B179595-E93D-420C-84CE-E1643F9E5C2C}" dt="2023-12-31T06:22:45.179" v="494" actId="20577"/>
        <pc:sldMkLst>
          <pc:docMk/>
          <pc:sldMk cId="3470191536" sldId="268"/>
        </pc:sldMkLst>
        <pc:spChg chg="mod">
          <ac:chgData name="hilal akçakaya" userId="8280e374b57eab75" providerId="LiveId" clId="{6B179595-E93D-420C-84CE-E1643F9E5C2C}" dt="2023-12-31T06:22:45.179" v="494" actId="20577"/>
          <ac:spMkLst>
            <pc:docMk/>
            <pc:sldMk cId="3470191536" sldId="268"/>
            <ac:spMk id="2" creationId="{00000000-0000-0000-0000-000000000000}"/>
          </ac:spMkLst>
        </pc:spChg>
        <pc:spChg chg="del">
          <ac:chgData name="hilal akçakaya" userId="8280e374b57eab75" providerId="LiveId" clId="{6B179595-E93D-420C-84CE-E1643F9E5C2C}" dt="2023-12-30T22:05:55.346" v="5" actId="931"/>
          <ac:spMkLst>
            <pc:docMk/>
            <pc:sldMk cId="3470191536" sldId="268"/>
            <ac:spMk id="3" creationId="{00000000-0000-0000-0000-000000000000}"/>
          </ac:spMkLst>
        </pc:spChg>
        <pc:spChg chg="add del mod">
          <ac:chgData name="hilal akçakaya" userId="8280e374b57eab75" providerId="LiveId" clId="{6B179595-E93D-420C-84CE-E1643F9E5C2C}" dt="2023-12-31T05:37:12.397" v="256" actId="931"/>
          <ac:spMkLst>
            <pc:docMk/>
            <pc:sldMk cId="3470191536" sldId="268"/>
            <ac:spMk id="7" creationId="{5685616D-34D7-E315-550F-67DC402D72D6}"/>
          </ac:spMkLst>
        </pc:spChg>
        <pc:picChg chg="add del mod">
          <ac:chgData name="hilal akçakaya" userId="8280e374b57eab75" providerId="LiveId" clId="{6B179595-E93D-420C-84CE-E1643F9E5C2C}" dt="2023-12-31T05:36:35.548" v="231" actId="21"/>
          <ac:picMkLst>
            <pc:docMk/>
            <pc:sldMk cId="3470191536" sldId="268"/>
            <ac:picMk id="8" creationId="{AF9F0173-0D41-0F02-47AD-4CA8D7160E85}"/>
          </ac:picMkLst>
        </pc:picChg>
        <pc:picChg chg="add mod">
          <ac:chgData name="hilal akçakaya" userId="8280e374b57eab75" providerId="LiveId" clId="{6B179595-E93D-420C-84CE-E1643F9E5C2C}" dt="2023-12-31T05:37:16.337" v="258" actId="14100"/>
          <ac:picMkLst>
            <pc:docMk/>
            <pc:sldMk cId="3470191536" sldId="268"/>
            <ac:picMk id="10" creationId="{BB3C271E-1397-1688-9B59-992F186C4132}"/>
          </ac:picMkLst>
        </pc:picChg>
      </pc:sldChg>
      <pc:sldChg chg="addSp delSp modSp add del mod">
        <pc:chgData name="hilal akçakaya" userId="8280e374b57eab75" providerId="LiveId" clId="{6B179595-E93D-420C-84CE-E1643F9E5C2C}" dt="2023-12-31T05:37:49.712" v="300" actId="2696"/>
        <pc:sldMkLst>
          <pc:docMk/>
          <pc:sldMk cId="86631055" sldId="269"/>
        </pc:sldMkLst>
        <pc:spChg chg="del">
          <ac:chgData name="hilal akçakaya" userId="8280e374b57eab75" providerId="LiveId" clId="{6B179595-E93D-420C-84CE-E1643F9E5C2C}" dt="2023-12-30T22:11:52.467" v="19" actId="931"/>
          <ac:spMkLst>
            <pc:docMk/>
            <pc:sldMk cId="86631055" sldId="269"/>
            <ac:spMk id="3" creationId="{00000000-0000-0000-0000-000000000000}"/>
          </ac:spMkLst>
        </pc:spChg>
        <pc:picChg chg="add mod">
          <ac:chgData name="hilal akçakaya" userId="8280e374b57eab75" providerId="LiveId" clId="{6B179595-E93D-420C-84CE-E1643F9E5C2C}" dt="2023-12-30T22:11:55.968" v="21" actId="14100"/>
          <ac:picMkLst>
            <pc:docMk/>
            <pc:sldMk cId="86631055" sldId="269"/>
            <ac:picMk id="8" creationId="{653572E9-00D1-0975-D0D8-25E7AFCC4533}"/>
          </ac:picMkLst>
        </pc:picChg>
      </pc:sldChg>
      <pc:sldChg chg="addSp delSp modSp add mod">
        <pc:chgData name="hilal akçakaya" userId="8280e374b57eab75" providerId="LiveId" clId="{6B179595-E93D-420C-84CE-E1643F9E5C2C}" dt="2023-12-31T05:22:22.364" v="63" actId="1076"/>
        <pc:sldMkLst>
          <pc:docMk/>
          <pc:sldMk cId="2381237183" sldId="270"/>
        </pc:sldMkLst>
        <pc:spChg chg="mod">
          <ac:chgData name="hilal akçakaya" userId="8280e374b57eab75" providerId="LiveId" clId="{6B179595-E93D-420C-84CE-E1643F9E5C2C}" dt="2023-12-31T05:22:21.020" v="62" actId="14100"/>
          <ac:spMkLst>
            <pc:docMk/>
            <pc:sldMk cId="2381237183" sldId="270"/>
            <ac:spMk id="2" creationId="{00000000-0000-0000-0000-000000000000}"/>
          </ac:spMkLst>
        </pc:spChg>
        <pc:spChg chg="del mod">
          <ac:chgData name="hilal akçakaya" userId="8280e374b57eab75" providerId="LiveId" clId="{6B179595-E93D-420C-84CE-E1643F9E5C2C}" dt="2023-12-31T05:21:28.721" v="52" actId="931"/>
          <ac:spMkLst>
            <pc:docMk/>
            <pc:sldMk cId="2381237183" sldId="270"/>
            <ac:spMk id="3" creationId="{00000000-0000-0000-0000-000000000000}"/>
          </ac:spMkLst>
        </pc:spChg>
        <pc:spChg chg="add del mod">
          <ac:chgData name="hilal akçakaya" userId="8280e374b57eab75" providerId="LiveId" clId="{6B179595-E93D-420C-84CE-E1643F9E5C2C}" dt="2023-12-31T05:22:10.734" v="59" actId="931"/>
          <ac:spMkLst>
            <pc:docMk/>
            <pc:sldMk cId="2381237183" sldId="270"/>
            <ac:spMk id="11" creationId="{C73CE0B2-370A-EF80-331E-87E91FEA19F2}"/>
          </ac:spMkLst>
        </pc:spChg>
        <pc:picChg chg="del">
          <ac:chgData name="hilal akçakaya" userId="8280e374b57eab75" providerId="LiveId" clId="{6B179595-E93D-420C-84CE-E1643F9E5C2C}" dt="2023-12-31T05:18:55.646" v="50" actId="21"/>
          <ac:picMkLst>
            <pc:docMk/>
            <pc:sldMk cId="2381237183" sldId="270"/>
            <ac:picMk id="8" creationId="{C410F0A0-64C7-41EE-8A56-6935DF5AD63C}"/>
          </ac:picMkLst>
        </pc:picChg>
        <pc:picChg chg="add del mod">
          <ac:chgData name="hilal akçakaya" userId="8280e374b57eab75" providerId="LiveId" clId="{6B179595-E93D-420C-84CE-E1643F9E5C2C}" dt="2023-12-31T05:21:42.793" v="58" actId="21"/>
          <ac:picMkLst>
            <pc:docMk/>
            <pc:sldMk cId="2381237183" sldId="270"/>
            <ac:picMk id="9" creationId="{7B5D8C63-DBB5-7779-250B-B264BA5BBA86}"/>
          </ac:picMkLst>
        </pc:picChg>
        <pc:picChg chg="add mod">
          <ac:chgData name="hilal akçakaya" userId="8280e374b57eab75" providerId="LiveId" clId="{6B179595-E93D-420C-84CE-E1643F9E5C2C}" dt="2023-12-31T05:22:22.364" v="63" actId="1076"/>
          <ac:picMkLst>
            <pc:docMk/>
            <pc:sldMk cId="2381237183" sldId="270"/>
            <ac:picMk id="13" creationId="{C0B51961-AF6A-F13A-2820-33D4E28150D4}"/>
          </ac:picMkLst>
        </pc:picChg>
      </pc:sldChg>
      <pc:sldChg chg="add del">
        <pc:chgData name="hilal akçakaya" userId="8280e374b57eab75" providerId="LiveId" clId="{6B179595-E93D-420C-84CE-E1643F9E5C2C}" dt="2023-12-30T22:12:32.618" v="22" actId="2696"/>
        <pc:sldMkLst>
          <pc:docMk/>
          <pc:sldMk cId="2568078212" sldId="270"/>
        </pc:sldMkLst>
      </pc:sldChg>
      <pc:sldChg chg="addSp delSp modSp add ord">
        <pc:chgData name="hilal akçakaya" userId="8280e374b57eab75" providerId="LiveId" clId="{6B179595-E93D-420C-84CE-E1643F9E5C2C}" dt="2023-12-31T10:00:27.363" v="2227"/>
        <pc:sldMkLst>
          <pc:docMk/>
          <pc:sldMk cId="1706615128" sldId="271"/>
        </pc:sldMkLst>
        <pc:spChg chg="del">
          <ac:chgData name="hilal akçakaya" userId="8280e374b57eab75" providerId="LiveId" clId="{6B179595-E93D-420C-84CE-E1643F9E5C2C}" dt="2023-12-31T05:22:37.986" v="64" actId="931"/>
          <ac:spMkLst>
            <pc:docMk/>
            <pc:sldMk cId="1706615128" sldId="271"/>
            <ac:spMk id="3" creationId="{00000000-0000-0000-0000-000000000000}"/>
          </ac:spMkLst>
        </pc:spChg>
        <pc:picChg chg="add mod">
          <ac:chgData name="hilal akçakaya" userId="8280e374b57eab75" providerId="LiveId" clId="{6B179595-E93D-420C-84CE-E1643F9E5C2C}" dt="2023-12-31T05:22:37.986" v="64" actId="931"/>
          <ac:picMkLst>
            <pc:docMk/>
            <pc:sldMk cId="1706615128" sldId="271"/>
            <ac:picMk id="8" creationId="{5BA4CFA5-A18E-18D0-CB8F-420A2F1F5B4D}"/>
          </ac:picMkLst>
        </pc:picChg>
      </pc:sldChg>
      <pc:sldChg chg="addSp delSp modSp add mod">
        <pc:chgData name="hilal akçakaya" userId="8280e374b57eab75" providerId="LiveId" clId="{6B179595-E93D-420C-84CE-E1643F9E5C2C}" dt="2023-12-31T06:09:02.178" v="467" actId="14100"/>
        <pc:sldMkLst>
          <pc:docMk/>
          <pc:sldMk cId="3199215987" sldId="272"/>
        </pc:sldMkLst>
        <pc:picChg chg="add mod">
          <ac:chgData name="hilal akçakaya" userId="8280e374b57eab75" providerId="LiveId" clId="{6B179595-E93D-420C-84CE-E1643F9E5C2C}" dt="2023-12-31T06:08:59.271" v="466" actId="1076"/>
          <ac:picMkLst>
            <pc:docMk/>
            <pc:sldMk cId="3199215987" sldId="272"/>
            <ac:picMk id="8" creationId="{AD095929-341B-BCFD-D9BD-4CC20F8CA17C}"/>
          </ac:picMkLst>
        </pc:picChg>
        <pc:picChg chg="del">
          <ac:chgData name="hilal akçakaya" userId="8280e374b57eab75" providerId="LiveId" clId="{6B179595-E93D-420C-84CE-E1643F9E5C2C}" dt="2023-12-31T06:08:16.753" v="454" actId="21"/>
          <ac:picMkLst>
            <pc:docMk/>
            <pc:sldMk cId="3199215987" sldId="272"/>
            <ac:picMk id="10" creationId="{CC877C7E-77BD-E997-77A2-9B1955088229}"/>
          </ac:picMkLst>
        </pc:picChg>
        <pc:picChg chg="add mod">
          <ac:chgData name="hilal akçakaya" userId="8280e374b57eab75" providerId="LiveId" clId="{6B179595-E93D-420C-84CE-E1643F9E5C2C}" dt="2023-12-31T06:09:02.178" v="467" actId="14100"/>
          <ac:picMkLst>
            <pc:docMk/>
            <pc:sldMk cId="3199215987" sldId="272"/>
            <ac:picMk id="11" creationId="{63FECD54-0070-FA3F-1413-C1272CFD4333}"/>
          </ac:picMkLst>
        </pc:picChg>
        <pc:picChg chg="del">
          <ac:chgData name="hilal akçakaya" userId="8280e374b57eab75" providerId="LiveId" clId="{6B179595-E93D-420C-84CE-E1643F9E5C2C}" dt="2023-12-31T06:08:18.878" v="455" actId="21"/>
          <ac:picMkLst>
            <pc:docMk/>
            <pc:sldMk cId="3199215987" sldId="272"/>
            <ac:picMk id="16" creationId="{1CD857B3-B733-CC24-7255-9961795C9C34}"/>
          </ac:picMkLst>
        </pc:picChg>
      </pc:sldChg>
      <pc:sldChg chg="addSp delSp modSp add mod">
        <pc:chgData name="hilal akçakaya" userId="8280e374b57eab75" providerId="LiveId" clId="{6B179595-E93D-420C-84CE-E1643F9E5C2C}" dt="2023-12-31T06:13:54.162" v="488" actId="1076"/>
        <pc:sldMkLst>
          <pc:docMk/>
          <pc:sldMk cId="2972597867" sldId="273"/>
        </pc:sldMkLst>
        <pc:picChg chg="add del mod">
          <ac:chgData name="hilal akçakaya" userId="8280e374b57eab75" providerId="LiveId" clId="{6B179595-E93D-420C-84CE-E1643F9E5C2C}" dt="2023-12-31T06:09:31.168" v="470" actId="21"/>
          <ac:picMkLst>
            <pc:docMk/>
            <pc:sldMk cId="2972597867" sldId="273"/>
            <ac:picMk id="8" creationId="{E30B2AA6-A4E7-EE1F-02F2-2BF04AD20E9C}"/>
          </ac:picMkLst>
        </pc:picChg>
        <pc:picChg chg="del">
          <ac:chgData name="hilal akçakaya" userId="8280e374b57eab75" providerId="LiveId" clId="{6B179595-E93D-420C-84CE-E1643F9E5C2C}" dt="2023-12-31T06:08:10.907" v="453" actId="21"/>
          <ac:picMkLst>
            <pc:docMk/>
            <pc:sldMk cId="2972597867" sldId="273"/>
            <ac:picMk id="10" creationId="{CC877C7E-77BD-E997-77A2-9B1955088229}"/>
          </ac:picMkLst>
        </pc:picChg>
        <pc:picChg chg="add del mod">
          <ac:chgData name="hilal akçakaya" userId="8280e374b57eab75" providerId="LiveId" clId="{6B179595-E93D-420C-84CE-E1643F9E5C2C}" dt="2023-12-31T06:13:20.905" v="479" actId="21"/>
          <ac:picMkLst>
            <pc:docMk/>
            <pc:sldMk cId="2972597867" sldId="273"/>
            <ac:picMk id="11" creationId="{9CBEA31F-500E-910D-95EA-3AE8EA26A316}"/>
          </ac:picMkLst>
        </pc:picChg>
        <pc:picChg chg="add mod">
          <ac:chgData name="hilal akçakaya" userId="8280e374b57eab75" providerId="LiveId" clId="{6B179595-E93D-420C-84CE-E1643F9E5C2C}" dt="2023-12-31T06:13:54.162" v="488" actId="1076"/>
          <ac:picMkLst>
            <pc:docMk/>
            <pc:sldMk cId="2972597867" sldId="273"/>
            <ac:picMk id="13" creationId="{B8D48C7B-BD01-1286-BF9B-98A9EBBDED29}"/>
          </ac:picMkLst>
        </pc:picChg>
        <pc:picChg chg="add mod">
          <ac:chgData name="hilal akçakaya" userId="8280e374b57eab75" providerId="LiveId" clId="{6B179595-E93D-420C-84CE-E1643F9E5C2C}" dt="2023-12-31T06:13:49.717" v="487" actId="1076"/>
          <ac:picMkLst>
            <pc:docMk/>
            <pc:sldMk cId="2972597867" sldId="273"/>
            <ac:picMk id="15" creationId="{27598AA1-922C-F659-5DA0-146A2545A4C2}"/>
          </ac:picMkLst>
        </pc:picChg>
        <pc:picChg chg="del">
          <ac:chgData name="hilal akçakaya" userId="8280e374b57eab75" providerId="LiveId" clId="{6B179595-E93D-420C-84CE-E1643F9E5C2C}" dt="2023-12-31T06:09:13.343" v="468" actId="21"/>
          <ac:picMkLst>
            <pc:docMk/>
            <pc:sldMk cId="2972597867" sldId="273"/>
            <ac:picMk id="16" creationId="{1CD857B3-B733-CC24-7255-9961795C9C34}"/>
          </ac:picMkLst>
        </pc:picChg>
      </pc:sldChg>
      <pc:sldChg chg="addSp delSp modSp add mod">
        <pc:chgData name="hilal akçakaya" userId="8280e374b57eab75" providerId="LiveId" clId="{6B179595-E93D-420C-84CE-E1643F9E5C2C}" dt="2023-12-31T06:23:59.142" v="495" actId="931"/>
        <pc:sldMkLst>
          <pc:docMk/>
          <pc:sldMk cId="3711301885" sldId="274"/>
        </pc:sldMkLst>
        <pc:spChg chg="del mod">
          <ac:chgData name="hilal akçakaya" userId="8280e374b57eab75" providerId="LiveId" clId="{6B179595-E93D-420C-84CE-E1643F9E5C2C}" dt="2023-12-31T06:15:33.464" v="491" actId="931"/>
          <ac:spMkLst>
            <pc:docMk/>
            <pc:sldMk cId="3711301885" sldId="274"/>
            <ac:spMk id="3" creationId="{00000000-0000-0000-0000-000000000000}"/>
          </ac:spMkLst>
        </pc:spChg>
        <pc:spChg chg="add del mod">
          <ac:chgData name="hilal akçakaya" userId="8280e374b57eab75" providerId="LiveId" clId="{6B179595-E93D-420C-84CE-E1643F9E5C2C}" dt="2023-12-31T06:23:59.142" v="495" actId="931"/>
          <ac:spMkLst>
            <pc:docMk/>
            <pc:sldMk cId="3711301885" sldId="274"/>
            <ac:spMk id="10" creationId="{9220DA5A-B529-97F8-18D8-E520A52E6320}"/>
          </ac:spMkLst>
        </pc:spChg>
        <pc:picChg chg="add del mod">
          <ac:chgData name="hilal akçakaya" userId="8280e374b57eab75" providerId="LiveId" clId="{6B179595-E93D-420C-84CE-E1643F9E5C2C}" dt="2023-12-31T06:15:35.902" v="492" actId="21"/>
          <ac:picMkLst>
            <pc:docMk/>
            <pc:sldMk cId="3711301885" sldId="274"/>
            <ac:picMk id="8" creationId="{833A3A16-7B05-CBF2-CCFA-E6153878F7FC}"/>
          </ac:picMkLst>
        </pc:picChg>
        <pc:picChg chg="add mod">
          <ac:chgData name="hilal akçakaya" userId="8280e374b57eab75" providerId="LiveId" clId="{6B179595-E93D-420C-84CE-E1643F9E5C2C}" dt="2023-12-31T06:23:59.142" v="495" actId="931"/>
          <ac:picMkLst>
            <pc:docMk/>
            <pc:sldMk cId="3711301885" sldId="274"/>
            <ac:picMk id="12" creationId="{9AED7260-3DB3-D25D-DCCF-2A188F422FB7}"/>
          </ac:picMkLst>
        </pc:picChg>
      </pc:sldChg>
      <pc:sldChg chg="modSp add mod">
        <pc:chgData name="hilal akçakaya" userId="8280e374b57eab75" providerId="LiveId" clId="{6B179595-E93D-420C-84CE-E1643F9E5C2C}" dt="2023-12-31T07:27:14.427" v="892" actId="255"/>
        <pc:sldMkLst>
          <pc:docMk/>
          <pc:sldMk cId="526069061" sldId="275"/>
        </pc:sldMkLst>
        <pc:spChg chg="mod">
          <ac:chgData name="hilal akçakaya" userId="8280e374b57eab75" providerId="LiveId" clId="{6B179595-E93D-420C-84CE-E1643F9E5C2C}" dt="2023-12-31T07:27:14.427" v="892" actId="255"/>
          <ac:spMkLst>
            <pc:docMk/>
            <pc:sldMk cId="526069061" sldId="275"/>
            <ac:spMk id="3" creationId="{00000000-0000-0000-0000-000000000000}"/>
          </ac:spMkLst>
        </pc:spChg>
      </pc:sldChg>
      <pc:sldChg chg="modSp add mod">
        <pc:chgData name="hilal akçakaya" userId="8280e374b57eab75" providerId="LiveId" clId="{6B179595-E93D-420C-84CE-E1643F9E5C2C}" dt="2023-12-31T07:29:28.391" v="913" actId="2711"/>
        <pc:sldMkLst>
          <pc:docMk/>
          <pc:sldMk cId="1406814904" sldId="276"/>
        </pc:sldMkLst>
        <pc:spChg chg="mod">
          <ac:chgData name="hilal akçakaya" userId="8280e374b57eab75" providerId="LiveId" clId="{6B179595-E93D-420C-84CE-E1643F9E5C2C}" dt="2023-12-31T07:29:28.391" v="913" actId="2711"/>
          <ac:spMkLst>
            <pc:docMk/>
            <pc:sldMk cId="1406814904" sldId="276"/>
            <ac:spMk id="3" creationId="{00000000-0000-0000-0000-000000000000}"/>
          </ac:spMkLst>
        </pc:spChg>
      </pc:sldChg>
      <pc:sldChg chg="addSp delSp modSp add mod">
        <pc:chgData name="hilal akçakaya" userId="8280e374b57eab75" providerId="LiveId" clId="{6B179595-E93D-420C-84CE-E1643F9E5C2C}" dt="2023-12-31T09:49:11.531" v="2223" actId="20577"/>
        <pc:sldMkLst>
          <pc:docMk/>
          <pc:sldMk cId="584754150" sldId="277"/>
        </pc:sldMkLst>
        <pc:spChg chg="mod">
          <ac:chgData name="hilal akçakaya" userId="8280e374b57eab75" providerId="LiveId" clId="{6B179595-E93D-420C-84CE-E1643F9E5C2C}" dt="2023-12-31T09:49:11.531" v="2223" actId="20577"/>
          <ac:spMkLst>
            <pc:docMk/>
            <pc:sldMk cId="584754150" sldId="277"/>
            <ac:spMk id="3" creationId="{00000000-0000-0000-0000-000000000000}"/>
          </ac:spMkLst>
        </pc:spChg>
        <pc:picChg chg="add del mod">
          <ac:chgData name="hilal akçakaya" userId="8280e374b57eab75" providerId="LiveId" clId="{6B179595-E93D-420C-84CE-E1643F9E5C2C}" dt="2023-12-31T07:43:13.770" v="1792" actId="21"/>
          <ac:picMkLst>
            <pc:docMk/>
            <pc:sldMk cId="584754150" sldId="277"/>
            <ac:picMk id="8" creationId="{8CE0CC5E-0F2B-CCA8-7941-DF4905B7DC1F}"/>
          </ac:picMkLst>
        </pc:picChg>
        <pc:picChg chg="add del mod">
          <ac:chgData name="hilal akçakaya" userId="8280e374b57eab75" providerId="LiveId" clId="{6B179595-E93D-420C-84CE-E1643F9E5C2C}" dt="2023-12-31T07:47:18.377" v="1849" actId="21"/>
          <ac:picMkLst>
            <pc:docMk/>
            <pc:sldMk cId="584754150" sldId="277"/>
            <ac:picMk id="10" creationId="{2FB24313-5FE9-F6F9-62A1-891C51B0EEE1}"/>
          </ac:picMkLst>
        </pc:picChg>
      </pc:sldChg>
      <pc:sldChg chg="new del">
        <pc:chgData name="hilal akçakaya" userId="8280e374b57eab75" providerId="LiveId" clId="{6B179595-E93D-420C-84CE-E1643F9E5C2C}" dt="2023-12-31T07:48:08.421" v="1852" actId="2696"/>
        <pc:sldMkLst>
          <pc:docMk/>
          <pc:sldMk cId="291500000" sldId="278"/>
        </pc:sldMkLst>
      </pc:sldChg>
      <pc:sldChg chg="delSp modSp add del mod">
        <pc:chgData name="hilal akçakaya" userId="8280e374b57eab75" providerId="LiveId" clId="{6B179595-E93D-420C-84CE-E1643F9E5C2C}" dt="2023-12-31T07:45:51.541" v="1845" actId="2696"/>
        <pc:sldMkLst>
          <pc:docMk/>
          <pc:sldMk cId="3108300183" sldId="278"/>
        </pc:sldMkLst>
        <pc:spChg chg="mod">
          <ac:chgData name="hilal akçakaya" userId="8280e374b57eab75" providerId="LiveId" clId="{6B179595-E93D-420C-84CE-E1643F9E5C2C}" dt="2023-12-31T07:45:11.289" v="1842" actId="20577"/>
          <ac:spMkLst>
            <pc:docMk/>
            <pc:sldMk cId="3108300183" sldId="278"/>
            <ac:spMk id="2" creationId="{00000000-0000-0000-0000-000000000000}"/>
          </ac:spMkLst>
        </pc:spChg>
        <pc:picChg chg="del">
          <ac:chgData name="hilal akçakaya" userId="8280e374b57eab75" providerId="LiveId" clId="{6B179595-E93D-420C-84CE-E1643F9E5C2C}" dt="2023-12-31T07:45:14.040" v="1843" actId="21"/>
          <ac:picMkLst>
            <pc:docMk/>
            <pc:sldMk cId="3108300183" sldId="278"/>
            <ac:picMk id="13" creationId="{B8D48C7B-BD01-1286-BF9B-98A9EBBDED29}"/>
          </ac:picMkLst>
        </pc:picChg>
        <pc:picChg chg="del">
          <ac:chgData name="hilal akçakaya" userId="8280e374b57eab75" providerId="LiveId" clId="{6B179595-E93D-420C-84CE-E1643F9E5C2C}" dt="2023-12-31T07:45:16.400" v="1844" actId="21"/>
          <ac:picMkLst>
            <pc:docMk/>
            <pc:sldMk cId="3108300183" sldId="278"/>
            <ac:picMk id="15" creationId="{27598AA1-922C-F659-5DA0-146A2545A4C2}"/>
          </ac:picMkLst>
        </pc:picChg>
      </pc:sldChg>
      <pc:sldChg chg="addSp delSp modSp add mod">
        <pc:chgData name="hilal akçakaya" userId="8280e374b57eab75" providerId="LiveId" clId="{6B179595-E93D-420C-84CE-E1643F9E5C2C}" dt="2023-12-31T07:49:15.682" v="1873" actId="14100"/>
        <pc:sldMkLst>
          <pc:docMk/>
          <pc:sldMk cId="3825120182" sldId="278"/>
        </pc:sldMkLst>
        <pc:spChg chg="mod">
          <ac:chgData name="hilal akçakaya" userId="8280e374b57eab75" providerId="LiveId" clId="{6B179595-E93D-420C-84CE-E1643F9E5C2C}" dt="2023-12-31T07:49:05.676" v="1865" actId="1076"/>
          <ac:spMkLst>
            <pc:docMk/>
            <pc:sldMk cId="3825120182" sldId="278"/>
            <ac:spMk id="2" creationId="{00000000-0000-0000-0000-000000000000}"/>
          </ac:spMkLst>
        </pc:spChg>
        <pc:spChg chg="del mod">
          <ac:chgData name="hilal akçakaya" userId="8280e374b57eab75" providerId="LiveId" clId="{6B179595-E93D-420C-84CE-E1643F9E5C2C}" dt="2023-12-31T07:48:25.025" v="1855" actId="21"/>
          <ac:spMkLst>
            <pc:docMk/>
            <pc:sldMk cId="3825120182" sldId="278"/>
            <ac:spMk id="3" creationId="{00000000-0000-0000-0000-000000000000}"/>
          </ac:spMkLst>
        </pc:spChg>
        <pc:spChg chg="add del mod">
          <ac:chgData name="hilal akçakaya" userId="8280e374b57eab75" providerId="LiveId" clId="{6B179595-E93D-420C-84CE-E1643F9E5C2C}" dt="2023-12-31T07:48:29.682" v="1856" actId="931"/>
          <ac:spMkLst>
            <pc:docMk/>
            <pc:sldMk cId="3825120182" sldId="278"/>
            <ac:spMk id="8" creationId="{61533F83-3388-CA7E-6670-441B27AEF669}"/>
          </ac:spMkLst>
        </pc:spChg>
        <pc:picChg chg="add mod">
          <ac:chgData name="hilal akçakaya" userId="8280e374b57eab75" providerId="LiveId" clId="{6B179595-E93D-420C-84CE-E1643F9E5C2C}" dt="2023-12-31T07:49:15.682" v="1873" actId="14100"/>
          <ac:picMkLst>
            <pc:docMk/>
            <pc:sldMk cId="3825120182" sldId="278"/>
            <ac:picMk id="10" creationId="{A4AD38BB-5C91-1FC7-F48A-59FAA18C50EE}"/>
          </ac:picMkLst>
        </pc:picChg>
      </pc:sldChg>
      <pc:sldChg chg="new del">
        <pc:chgData name="hilal akçakaya" userId="8280e374b57eab75" providerId="LiveId" clId="{6B179595-E93D-420C-84CE-E1643F9E5C2C}" dt="2023-12-31T10:09:53.239" v="2229" actId="2696"/>
        <pc:sldMkLst>
          <pc:docMk/>
          <pc:sldMk cId="266194118" sldId="279"/>
        </pc:sldMkLst>
      </pc:sldChg>
      <pc:sldChg chg="delSp modSp add del mod">
        <pc:chgData name="hilal akçakaya" userId="8280e374b57eab75" providerId="LiveId" clId="{6B179595-E93D-420C-84CE-E1643F9E5C2C}" dt="2023-12-31T07:45:53.198" v="1846" actId="2696"/>
        <pc:sldMkLst>
          <pc:docMk/>
          <pc:sldMk cId="297994088" sldId="279"/>
        </pc:sldMkLst>
        <pc:spChg chg="mod">
          <ac:chgData name="hilal akçakaya" userId="8280e374b57eab75" providerId="LiveId" clId="{6B179595-E93D-420C-84CE-E1643F9E5C2C}" dt="2023-12-31T07:44:52.953" v="1830" actId="20577"/>
          <ac:spMkLst>
            <pc:docMk/>
            <pc:sldMk cId="297994088" sldId="279"/>
            <ac:spMk id="2" creationId="{00000000-0000-0000-0000-000000000000}"/>
          </ac:spMkLst>
        </pc:spChg>
        <pc:picChg chg="del">
          <ac:chgData name="hilal akçakaya" userId="8280e374b57eab75" providerId="LiveId" clId="{6B179595-E93D-420C-84CE-E1643F9E5C2C}" dt="2023-12-31T07:44:57.079" v="1831" actId="21"/>
          <ac:picMkLst>
            <pc:docMk/>
            <pc:sldMk cId="297994088" sldId="279"/>
            <ac:picMk id="13" creationId="{B8D48C7B-BD01-1286-BF9B-98A9EBBDED29}"/>
          </ac:picMkLst>
        </pc:picChg>
        <pc:picChg chg="del">
          <ac:chgData name="hilal akçakaya" userId="8280e374b57eab75" providerId="LiveId" clId="{6B179595-E93D-420C-84CE-E1643F9E5C2C}" dt="2023-12-31T07:44:58.987" v="1832" actId="21"/>
          <ac:picMkLst>
            <pc:docMk/>
            <pc:sldMk cId="297994088" sldId="279"/>
            <ac:picMk id="15" creationId="{27598AA1-922C-F659-5DA0-146A2545A4C2}"/>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12-31T00:54:49.217" idx="1">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dirty="0"/>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8F35B-85E4-4F32-9735-4A04F391AE6F}" type="datetimeFigureOut">
              <a:rPr lang="tr-TR" smtClean="0"/>
              <a:t>31.12.2023</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dirty="0"/>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CE4A67-2FC1-454D-BF5A-DA408B3CD4CD}" type="slidenum">
              <a:rPr lang="tr-TR" smtClean="0"/>
              <a:t>‹#›</a:t>
            </a:fld>
            <a:endParaRPr lang="tr-TR" dirty="0"/>
          </a:p>
        </p:txBody>
      </p:sp>
    </p:spTree>
    <p:extLst>
      <p:ext uri="{BB962C8B-B14F-4D97-AF65-F5344CB8AC3E}">
        <p14:creationId xmlns:p14="http://schemas.microsoft.com/office/powerpoint/2010/main" val="353992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 için tıklatın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EEC5D232-0CC8-4226-ABF2-D61C73EA609B}" type="slidenum">
              <a:rPr lang="tr-TR" smtClean="0"/>
              <a:t>‹#›</a:t>
            </a:fld>
            <a:endParaRPr lang="tr-T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155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3315305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 için tıklatın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EEC5D232-0CC8-4226-ABF2-D61C73EA609B}" type="slidenum">
              <a:rPr lang="tr-TR" smtClean="0"/>
              <a:t>‹#›</a:t>
            </a:fld>
            <a:endParaRPr lang="tr-T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337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 için tıklatın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6" name="Footer Placeholder 5"/>
          <p:cNvSpPr>
            <a:spLocks noGrp="1"/>
          </p:cNvSpPr>
          <p:nvPr>
            <p:ph type="ftr" sz="quarter" idx="11"/>
          </p:nvPr>
        </p:nvSpPr>
        <p:spPr/>
        <p:txBody>
          <a:bodyPr/>
          <a:lstStyle/>
          <a:p>
            <a:endParaRPr lang="tr-TR" dirty="0"/>
          </a:p>
        </p:txBody>
      </p:sp>
      <p:sp>
        <p:nvSpPr>
          <p:cNvPr id="7" name="Slide Number Placeholder 6"/>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2045212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1097280" y="2582335"/>
            <a:ext cx="4937760" cy="328676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6217920" y="2582334"/>
            <a:ext cx="4937760" cy="328676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8" name="Footer Placeholder 7"/>
          <p:cNvSpPr>
            <a:spLocks noGrp="1"/>
          </p:cNvSpPr>
          <p:nvPr>
            <p:ph type="ftr" sz="quarter" idx="11"/>
          </p:nvPr>
        </p:nvSpPr>
        <p:spPr/>
        <p:txBody>
          <a:bodyPr/>
          <a:lstStyle/>
          <a:p>
            <a:endParaRPr lang="tr-TR" dirty="0"/>
          </a:p>
        </p:txBody>
      </p:sp>
      <p:sp>
        <p:nvSpPr>
          <p:cNvPr id="9" name="Slide Number Placeholder 8"/>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3390949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4" name="Footer Placeholder 3"/>
          <p:cNvSpPr>
            <a:spLocks noGrp="1"/>
          </p:cNvSpPr>
          <p:nvPr>
            <p:ph type="ftr" sz="quarter" idx="11"/>
          </p:nvPr>
        </p:nvSpPr>
        <p:spPr/>
        <p:txBody>
          <a:bodyPr/>
          <a:lstStyle/>
          <a:p>
            <a:endParaRPr lang="tr-TR" dirty="0"/>
          </a:p>
        </p:txBody>
      </p:sp>
      <p:sp>
        <p:nvSpPr>
          <p:cNvPr id="5" name="Slide Number Placeholder 4"/>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3137824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dirty="0"/>
          </a:p>
        </p:txBody>
      </p:sp>
      <p:sp>
        <p:nvSpPr>
          <p:cNvPr id="9" name="Slide Number Placeholder 8"/>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1927265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 için tıklatın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F88F40A-1C8E-4F60-B379-6E229F729A6B}" type="datetimeFigureOut">
              <a:rPr lang="tr-TR" smtClean="0"/>
              <a:t>31.12.2023</a:t>
            </a:fld>
            <a:endParaRPr lang="tr-TR"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tr-T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EC5D232-0CC8-4226-ABF2-D61C73EA609B}" type="slidenum">
              <a:rPr lang="tr-TR" smtClean="0"/>
              <a:t>‹#›</a:t>
            </a:fld>
            <a:endParaRPr lang="tr-TR" dirty="0"/>
          </a:p>
        </p:txBody>
      </p:sp>
    </p:spTree>
    <p:extLst>
      <p:ext uri="{BB962C8B-B14F-4D97-AF65-F5344CB8AC3E}">
        <p14:creationId xmlns:p14="http://schemas.microsoft.com/office/powerpoint/2010/main" val="2376719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dirty="0"/>
              <a:t>Resim eklemek için simgeyi tıklatın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6" name="Footer Placeholder 5"/>
          <p:cNvSpPr>
            <a:spLocks noGrp="1"/>
          </p:cNvSpPr>
          <p:nvPr>
            <p:ph type="ftr" sz="quarter" idx="11"/>
          </p:nvPr>
        </p:nvSpPr>
        <p:spPr/>
        <p:txBody>
          <a:bodyPr/>
          <a:lstStyle/>
          <a:p>
            <a:endParaRPr lang="tr-TR" dirty="0"/>
          </a:p>
        </p:txBody>
      </p:sp>
      <p:sp>
        <p:nvSpPr>
          <p:cNvPr id="7" name="Slide Number Placeholder 6"/>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343779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123296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88F40A-1C8E-4F60-B379-6E229F729A6B}" type="datetimeFigureOut">
              <a:rPr lang="tr-TR" smtClean="0"/>
              <a:t>31.12.2023</a:t>
            </a:fld>
            <a:endParaRPr lang="tr-TR" dirty="0"/>
          </a:p>
        </p:txBody>
      </p:sp>
      <p:sp>
        <p:nvSpPr>
          <p:cNvPr id="5" name="Footer Placeholder 4"/>
          <p:cNvSpPr>
            <a:spLocks noGrp="1"/>
          </p:cNvSpPr>
          <p:nvPr>
            <p:ph type="ftr" sz="quarter" idx="11"/>
          </p:nvPr>
        </p:nvSpPr>
        <p:spPr/>
        <p:txBody>
          <a:bodyPr/>
          <a:lstStyle/>
          <a:p>
            <a:endParaRPr lang="tr-TR" dirty="0"/>
          </a:p>
        </p:txBody>
      </p:sp>
      <p:sp>
        <p:nvSpPr>
          <p:cNvPr id="6" name="Slide Number Placeholder 5"/>
          <p:cNvSpPr>
            <a:spLocks noGrp="1"/>
          </p:cNvSpPr>
          <p:nvPr>
            <p:ph type="sldNum" sz="quarter" idx="12"/>
          </p:nvPr>
        </p:nvSpPr>
        <p:spPr/>
        <p:txBody>
          <a:bodyPr/>
          <a:lstStyle/>
          <a:p>
            <a:fld id="{EEC5D232-0CC8-4226-ABF2-D61C73EA609B}" type="slidenum">
              <a:rPr lang="tr-TR" smtClean="0"/>
              <a:t>‹#›</a:t>
            </a:fld>
            <a:endParaRPr lang="tr-TR" dirty="0"/>
          </a:p>
        </p:txBody>
      </p:sp>
    </p:spTree>
    <p:extLst>
      <p:ext uri="{BB962C8B-B14F-4D97-AF65-F5344CB8AC3E}">
        <p14:creationId xmlns:p14="http://schemas.microsoft.com/office/powerpoint/2010/main" val="243543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 için tıklatın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F88F40A-1C8E-4F60-B379-6E229F729A6B}" type="datetimeFigureOut">
              <a:rPr lang="tr-TR" smtClean="0"/>
              <a:t>31.12.2023</a:t>
            </a:fld>
            <a:endParaRPr lang="tr-TR"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EC5D232-0CC8-4226-ABF2-D61C73EA609B}" type="slidenum">
              <a:rPr lang="tr-TR" smtClean="0"/>
              <a:t>‹#›</a:t>
            </a:fld>
            <a:endParaRPr lang="tr-TR"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71471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acikveri.konya.bel.tr/tr/dataset/meram-istasyonu-hava-kalitesi-olcum-degerleri" TargetMode="External"/><Relationship Id="rId2" Type="http://schemas.openxmlformats.org/officeDocument/2006/relationships/hyperlink" Target="https://acikveri.konya.bel.tr/tr/dataset/karatay2-istasyonu-hava-kalitesi-olcum-degerleri"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hyperlink" Target="https://tr.oliveoiltimes.com/world/studying-plant-reactions-to-environmental-stressors-key-to-sustainable-agriculture/109312" TargetMode="External"/><Relationship Id="rId7" Type="http://schemas.openxmlformats.org/officeDocument/2006/relationships/image" Target="../media/image3.png"/><Relationship Id="rId2" Type="http://schemas.openxmlformats.org/officeDocument/2006/relationships/hyperlink" Target="https://tr.oliveoiltimes.com/production/study-selenium-treatment-shown-to-protect-olive-trees-against-salt-stress/101099"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hyperlink" Target="https://tr.oliveoiltimes.com/briefs/greenhouse-gas-emissions-hit-record-highs-in-2021/113717"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a:bodyPr>
          <a:lstStyle/>
          <a:p>
            <a:r>
              <a:rPr lang="tr-TR" sz="5400" dirty="0"/>
              <a:t>Sunum Adı: Konya’da İlçelerin Hava Kirlilik Oranları Karşılaştırılarak Hava Kirliliğine Çözüm Getirilmesi</a:t>
            </a:r>
          </a:p>
        </p:txBody>
      </p:sp>
      <p:sp>
        <p:nvSpPr>
          <p:cNvPr id="3" name="Alt Başlık 2"/>
          <p:cNvSpPr>
            <a:spLocks noGrp="1"/>
          </p:cNvSpPr>
          <p:nvPr>
            <p:ph type="subTitle" idx="1"/>
          </p:nvPr>
        </p:nvSpPr>
        <p:spPr/>
        <p:txBody>
          <a:bodyPr/>
          <a:lstStyle/>
          <a:p>
            <a:r>
              <a:rPr lang="tr-TR" dirty="0"/>
              <a:t>Hazırlayan: HİLAL AKÇAKAYA</a:t>
            </a:r>
          </a:p>
        </p:txBody>
      </p:sp>
      <p:pic>
        <p:nvPicPr>
          <p:cNvPr id="4" name="Resim 3"/>
          <p:cNvPicPr>
            <a:picLocks noChangeAspect="1"/>
          </p:cNvPicPr>
          <p:nvPr/>
        </p:nvPicPr>
        <p:blipFill>
          <a:blip r:embed="rId2"/>
          <a:stretch>
            <a:fillRect/>
          </a:stretch>
        </p:blipFill>
        <p:spPr>
          <a:xfrm>
            <a:off x="4401315" y="607816"/>
            <a:ext cx="2933495" cy="1303126"/>
          </a:xfrm>
          <a:prstGeom prst="rect">
            <a:avLst/>
          </a:prstGeom>
        </p:spPr>
      </p:pic>
      <p:pic>
        <p:nvPicPr>
          <p:cNvPr id="6" name="Resim 5"/>
          <p:cNvPicPr>
            <a:picLocks noChangeAspect="1"/>
          </p:cNvPicPr>
          <p:nvPr/>
        </p:nvPicPr>
        <p:blipFill>
          <a:blip r:embed="rId3"/>
          <a:stretch>
            <a:fillRect/>
          </a:stretch>
        </p:blipFill>
        <p:spPr>
          <a:xfrm>
            <a:off x="9826865" y="104594"/>
            <a:ext cx="1414712" cy="681157"/>
          </a:xfrm>
          <a:prstGeom prst="rect">
            <a:avLst/>
          </a:prstGeom>
        </p:spPr>
      </p:pic>
      <p:pic>
        <p:nvPicPr>
          <p:cNvPr id="7" name="Resim 6"/>
          <p:cNvPicPr>
            <a:picLocks noChangeAspect="1"/>
          </p:cNvPicPr>
          <p:nvPr/>
        </p:nvPicPr>
        <p:blipFill>
          <a:blip r:embed="rId4"/>
          <a:stretch>
            <a:fillRect/>
          </a:stretch>
        </p:blipFill>
        <p:spPr>
          <a:xfrm>
            <a:off x="11327473" y="102372"/>
            <a:ext cx="752147" cy="683379"/>
          </a:xfrm>
          <a:prstGeom prst="rect">
            <a:avLst/>
          </a:prstGeom>
        </p:spPr>
      </p:pic>
    </p:spTree>
    <p:extLst>
      <p:ext uri="{BB962C8B-B14F-4D97-AF65-F5344CB8AC3E}">
        <p14:creationId xmlns:p14="http://schemas.microsoft.com/office/powerpoint/2010/main" val="115329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Analiz Gerekçesi ve Hedefi</a:t>
            </a:r>
          </a:p>
        </p:txBody>
      </p:sp>
      <p:sp>
        <p:nvSpPr>
          <p:cNvPr id="3" name="İçerik Yer Tutucusu 2"/>
          <p:cNvSpPr>
            <a:spLocks noGrp="1"/>
          </p:cNvSpPr>
          <p:nvPr>
            <p:ph idx="1"/>
          </p:nvPr>
        </p:nvSpPr>
        <p:spPr>
          <a:xfrm>
            <a:off x="986241" y="1851395"/>
            <a:ext cx="10058400" cy="4023360"/>
          </a:xfrm>
        </p:spPr>
        <p:txBody>
          <a:bodyPr/>
          <a:lstStyle/>
          <a:p>
            <a:pPr marL="0" indent="0">
              <a:buNone/>
            </a:pPr>
            <a:r>
              <a:rPr lang="tr-TR" dirty="0">
                <a:solidFill>
                  <a:schemeClr val="bg1">
                    <a:lumMod val="65000"/>
                  </a:schemeClr>
                </a:solidFill>
              </a:rPr>
              <a:t>	</a:t>
            </a:r>
            <a:r>
              <a:rPr lang="tr-TR" dirty="0">
                <a:solidFill>
                  <a:schemeClr val="tx1"/>
                </a:solidFill>
              </a:rPr>
              <a:t>Konya ilinde bulunan ilçelerin hava kirlilik indekslerini inceleyerek en temiz havalı ilçe ve en kirli havalı ilçeler tespit edilerek hava kirliliğini azaltmaya yönelik nasıl önlemler alınabilir sorusu cevaplanmak istenmiştir</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6" name="Resim 5"/>
          <p:cNvPicPr>
            <a:picLocks noChangeAspect="1"/>
          </p:cNvPicPr>
          <p:nvPr/>
        </p:nvPicPr>
        <p:blipFill>
          <a:blip r:embed="rId3"/>
          <a:stretch>
            <a:fillRect/>
          </a:stretch>
        </p:blipFill>
        <p:spPr>
          <a:xfrm>
            <a:off x="226185" y="172568"/>
            <a:ext cx="1520113" cy="675269"/>
          </a:xfrm>
          <a:prstGeom prst="rect">
            <a:avLst/>
          </a:prstGeom>
        </p:spPr>
      </p:pic>
      <p:pic>
        <p:nvPicPr>
          <p:cNvPr id="7" name="Resim 6"/>
          <p:cNvPicPr>
            <a:picLocks noChangeAspect="1"/>
          </p:cNvPicPr>
          <p:nvPr/>
        </p:nvPicPr>
        <p:blipFill>
          <a:blip r:embed="rId4"/>
          <a:stretch>
            <a:fillRect/>
          </a:stretch>
        </p:blipFill>
        <p:spPr>
          <a:xfrm>
            <a:off x="11210595" y="177633"/>
            <a:ext cx="752147" cy="683379"/>
          </a:xfrm>
          <a:prstGeom prst="rect">
            <a:avLst/>
          </a:prstGeom>
        </p:spPr>
      </p:pic>
      <p:pic>
        <p:nvPicPr>
          <p:cNvPr id="8" name="Resim 7">
            <a:extLst>
              <a:ext uri="{FF2B5EF4-FFF2-40B4-BE49-F238E27FC236}">
                <a16:creationId xmlns:a16="http://schemas.microsoft.com/office/drawing/2014/main" id="{C410F0A0-64C7-41EE-8A56-6935DF5AD6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5351" y="3054286"/>
            <a:ext cx="7511250" cy="2820470"/>
          </a:xfrm>
          <a:prstGeom prst="rect">
            <a:avLst/>
          </a:prstGeom>
        </p:spPr>
      </p:pic>
    </p:spTree>
    <p:extLst>
      <p:ext uri="{BB962C8B-B14F-4D97-AF65-F5344CB8AC3E}">
        <p14:creationId xmlns:p14="http://schemas.microsoft.com/office/powerpoint/2010/main" val="323284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97280" y="286604"/>
            <a:ext cx="10058400" cy="1343414"/>
          </a:xfrm>
        </p:spPr>
        <p:txBody>
          <a:bodyPr/>
          <a:lstStyle/>
          <a:p>
            <a:r>
              <a:rPr lang="tr-TR" dirty="0"/>
              <a:t>Analiz Gerekçesi ve Hedefi</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6" name="Resim 5"/>
          <p:cNvPicPr>
            <a:picLocks noChangeAspect="1"/>
          </p:cNvPicPr>
          <p:nvPr/>
        </p:nvPicPr>
        <p:blipFill>
          <a:blip r:embed="rId3"/>
          <a:stretch>
            <a:fillRect/>
          </a:stretch>
        </p:blipFill>
        <p:spPr>
          <a:xfrm>
            <a:off x="226185" y="172568"/>
            <a:ext cx="1520113" cy="675269"/>
          </a:xfrm>
          <a:prstGeom prst="rect">
            <a:avLst/>
          </a:prstGeom>
        </p:spPr>
      </p:pic>
      <p:pic>
        <p:nvPicPr>
          <p:cNvPr id="7" name="Resim 6"/>
          <p:cNvPicPr>
            <a:picLocks noChangeAspect="1"/>
          </p:cNvPicPr>
          <p:nvPr/>
        </p:nvPicPr>
        <p:blipFill>
          <a:blip r:embed="rId4"/>
          <a:stretch>
            <a:fillRect/>
          </a:stretch>
        </p:blipFill>
        <p:spPr>
          <a:xfrm>
            <a:off x="11210595" y="177633"/>
            <a:ext cx="752147" cy="683379"/>
          </a:xfrm>
          <a:prstGeom prst="rect">
            <a:avLst/>
          </a:prstGeom>
        </p:spPr>
      </p:pic>
      <p:pic>
        <p:nvPicPr>
          <p:cNvPr id="13" name="İçerik Yer Tutucusu 12">
            <a:extLst>
              <a:ext uri="{FF2B5EF4-FFF2-40B4-BE49-F238E27FC236}">
                <a16:creationId xmlns:a16="http://schemas.microsoft.com/office/drawing/2014/main" id="{C0B51961-AF6A-F13A-2820-33D4E28150D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955235" y="2054985"/>
            <a:ext cx="6281530" cy="4022725"/>
          </a:xfrm>
        </p:spPr>
      </p:pic>
    </p:spTree>
    <p:extLst>
      <p:ext uri="{BB962C8B-B14F-4D97-AF65-F5344CB8AC3E}">
        <p14:creationId xmlns:p14="http://schemas.microsoft.com/office/powerpoint/2010/main" val="238123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Analiz Gerekçesi ve Hedefi</a:t>
            </a:r>
          </a:p>
        </p:txBody>
      </p:sp>
      <p:pic>
        <p:nvPicPr>
          <p:cNvPr id="8" name="İçerik Yer Tutucusu 7">
            <a:extLst>
              <a:ext uri="{FF2B5EF4-FFF2-40B4-BE49-F238E27FC236}">
                <a16:creationId xmlns:a16="http://schemas.microsoft.com/office/drawing/2014/main" id="{5BA4CFA5-A18E-18D0-CB8F-420A2F1F5B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7075" y="1851025"/>
            <a:ext cx="6175925" cy="4024313"/>
          </a:xfrm>
        </p:spPr>
      </p:pic>
      <p:pic>
        <p:nvPicPr>
          <p:cNvPr id="4" name="Resim 3"/>
          <p:cNvPicPr>
            <a:picLocks noChangeAspect="1"/>
          </p:cNvPicPr>
          <p:nvPr/>
        </p:nvPicPr>
        <p:blipFill>
          <a:blip r:embed="rId3"/>
          <a:stretch>
            <a:fillRect/>
          </a:stretch>
        </p:blipFill>
        <p:spPr>
          <a:xfrm>
            <a:off x="9740968" y="166680"/>
            <a:ext cx="1414712" cy="681157"/>
          </a:xfrm>
          <a:prstGeom prst="rect">
            <a:avLst/>
          </a:prstGeom>
        </p:spPr>
      </p:pic>
      <p:pic>
        <p:nvPicPr>
          <p:cNvPr id="6" name="Resim 5"/>
          <p:cNvPicPr>
            <a:picLocks noChangeAspect="1"/>
          </p:cNvPicPr>
          <p:nvPr/>
        </p:nvPicPr>
        <p:blipFill>
          <a:blip r:embed="rId4"/>
          <a:stretch>
            <a:fillRect/>
          </a:stretch>
        </p:blipFill>
        <p:spPr>
          <a:xfrm>
            <a:off x="226185" y="172568"/>
            <a:ext cx="1520113" cy="675269"/>
          </a:xfrm>
          <a:prstGeom prst="rect">
            <a:avLst/>
          </a:prstGeom>
        </p:spPr>
      </p:pic>
      <p:pic>
        <p:nvPicPr>
          <p:cNvPr id="7" name="Resim 6"/>
          <p:cNvPicPr>
            <a:picLocks noChangeAspect="1"/>
          </p:cNvPicPr>
          <p:nvPr/>
        </p:nvPicPr>
        <p:blipFill>
          <a:blip r:embed="rId5"/>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1706615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Kullanılan Veri Setleri ve Kaynaklar</a:t>
            </a:r>
          </a:p>
        </p:txBody>
      </p:sp>
      <p:sp>
        <p:nvSpPr>
          <p:cNvPr id="3" name="İçerik Yer Tutucusu 2"/>
          <p:cNvSpPr>
            <a:spLocks noGrp="1"/>
          </p:cNvSpPr>
          <p:nvPr>
            <p:ph idx="1"/>
          </p:nvPr>
        </p:nvSpPr>
        <p:spPr/>
        <p:txBody>
          <a:bodyPr/>
          <a:lstStyle/>
          <a:p>
            <a:r>
              <a:rPr lang="tr-TR" dirty="0">
                <a:solidFill>
                  <a:schemeClr val="tx1"/>
                </a:solidFill>
              </a:rPr>
              <a:t>Konya Açık veri portalından;</a:t>
            </a:r>
          </a:p>
          <a:p>
            <a:r>
              <a:rPr lang="tr-TR" dirty="0">
                <a:solidFill>
                  <a:schemeClr val="tx1"/>
                </a:solidFill>
                <a:hlinkClick r:id="rId2">
                  <a:extLst>
                    <a:ext uri="{A12FA001-AC4F-418D-AE19-62706E023703}">
                      <ahyp:hlinkClr xmlns:ahyp="http://schemas.microsoft.com/office/drawing/2018/hyperlinkcolor" val="tx"/>
                    </a:ext>
                  </a:extLst>
                </a:hlinkClick>
              </a:rPr>
              <a:t>-Karatay2 İstasyonu Hava Kalitesi Ölçüm Değerleri</a:t>
            </a:r>
            <a:endParaRPr lang="tr-TR" dirty="0">
              <a:solidFill>
                <a:schemeClr val="tx1"/>
              </a:solidFill>
            </a:endParaRPr>
          </a:p>
          <a:p>
            <a:pPr lvl="1"/>
            <a:r>
              <a:rPr lang="tr-TR" dirty="0">
                <a:solidFill>
                  <a:schemeClr val="tx1"/>
                </a:solidFill>
              </a:rPr>
              <a:t>Link : </a:t>
            </a:r>
            <a:r>
              <a:rPr lang="tr-TR" u="sng" dirty="0">
                <a:solidFill>
                  <a:schemeClr val="tx1"/>
                </a:solidFill>
              </a:rPr>
              <a:t>https://acikveri.konya.bel.tr/tr/dataset/karatay1-istasyonu-hava-kalitesi-olcum-değerleri</a:t>
            </a:r>
          </a:p>
          <a:p>
            <a:r>
              <a:rPr lang="tr-TR" dirty="0">
                <a:solidFill>
                  <a:schemeClr val="tx1"/>
                </a:solidFill>
                <a:hlinkClick r:id="rId2">
                  <a:extLst>
                    <a:ext uri="{A12FA001-AC4F-418D-AE19-62706E023703}">
                      <ahyp:hlinkClr xmlns:ahyp="http://schemas.microsoft.com/office/drawing/2018/hyperlinkcolor" val="tx"/>
                    </a:ext>
                  </a:extLst>
                </a:hlinkClick>
              </a:rPr>
              <a:t>-Meram İstasyonu Hava Kalitesi Ölçüm Değerleri</a:t>
            </a:r>
            <a:endParaRPr lang="tr-TR" dirty="0">
              <a:solidFill>
                <a:schemeClr val="tx1"/>
              </a:solidFill>
            </a:endParaRPr>
          </a:p>
          <a:p>
            <a:pPr lvl="1"/>
            <a:r>
              <a:rPr lang="tr-TR" dirty="0">
                <a:solidFill>
                  <a:schemeClr val="tx1"/>
                </a:solidFill>
              </a:rPr>
              <a:t>Link: </a:t>
            </a:r>
            <a:r>
              <a:rPr lang="tr-TR" dirty="0">
                <a:solidFill>
                  <a:schemeClr val="tx1"/>
                </a:solidFill>
                <a:hlinkClick r:id="rId3">
                  <a:extLst>
                    <a:ext uri="{A12FA001-AC4F-418D-AE19-62706E023703}">
                      <ahyp:hlinkClr xmlns:ahyp="http://schemas.microsoft.com/office/drawing/2018/hyperlinkcolor" val="tx"/>
                    </a:ext>
                  </a:extLst>
                </a:hlinkClick>
              </a:rPr>
              <a:t>https://acikveri.konya.bel.tr/tr/dataset/meram-istasyonu-hava-kalitesi-olcum-degerleri</a:t>
            </a:r>
            <a:endParaRPr lang="tr-TR" dirty="0">
              <a:solidFill>
                <a:schemeClr val="tx1"/>
              </a:solidFill>
            </a:endParaRPr>
          </a:p>
          <a:p>
            <a:pPr marL="201168" lvl="1" indent="0">
              <a:buNone/>
            </a:pPr>
            <a:endParaRPr lang="tr-TR" dirty="0">
              <a:solidFill>
                <a:schemeClr val="tx1"/>
              </a:solidFill>
              <a:hlinkClick r:id="rId2">
                <a:extLst>
                  <a:ext uri="{A12FA001-AC4F-418D-AE19-62706E023703}">
                    <ahyp:hlinkClr xmlns:ahyp="http://schemas.microsoft.com/office/drawing/2018/hyperlinkcolor" val="tx"/>
                  </a:ext>
                </a:extLst>
              </a:hlinkClick>
            </a:endParaRPr>
          </a:p>
          <a:p>
            <a:pPr marL="201168" lvl="1" indent="0">
              <a:buNone/>
            </a:pPr>
            <a:r>
              <a:rPr lang="tr-TR" sz="2000" dirty="0">
                <a:solidFill>
                  <a:schemeClr val="tx1"/>
                </a:solidFill>
                <a:hlinkClick r:id="rId2">
                  <a:extLst>
                    <a:ext uri="{A12FA001-AC4F-418D-AE19-62706E023703}">
                      <ahyp:hlinkClr xmlns:ahyp="http://schemas.microsoft.com/office/drawing/2018/hyperlinkcolor" val="tx"/>
                    </a:ext>
                  </a:extLst>
                </a:hlinkClick>
              </a:rPr>
              <a:t>-Selçuklu İstasyonu Hava Kalitesi Ölçüm Değerleri</a:t>
            </a:r>
            <a:endParaRPr lang="tr-TR" sz="2000" dirty="0">
              <a:solidFill>
                <a:schemeClr val="tx1"/>
              </a:solidFill>
            </a:endParaRPr>
          </a:p>
          <a:p>
            <a:pPr lvl="1"/>
            <a:r>
              <a:rPr lang="tr-TR" dirty="0">
                <a:solidFill>
                  <a:schemeClr val="tx1"/>
                </a:solidFill>
              </a:rPr>
              <a:t>Link: </a:t>
            </a:r>
            <a:r>
              <a:rPr lang="tr-TR" u="sng" dirty="0">
                <a:solidFill>
                  <a:schemeClr val="tx1"/>
                </a:solidFill>
              </a:rPr>
              <a:t>https://acikveri.konya.bel.tr/tr/dataset/selcuklu-istasyonu-hava-kalitesi-olcum-degerleri</a:t>
            </a:r>
          </a:p>
        </p:txBody>
      </p:sp>
      <p:pic>
        <p:nvPicPr>
          <p:cNvPr id="4" name="Resim 3"/>
          <p:cNvPicPr>
            <a:picLocks noChangeAspect="1"/>
          </p:cNvPicPr>
          <p:nvPr/>
        </p:nvPicPr>
        <p:blipFill>
          <a:blip r:embed="rId4"/>
          <a:stretch>
            <a:fillRect/>
          </a:stretch>
        </p:blipFill>
        <p:spPr>
          <a:xfrm>
            <a:off x="9740968" y="166680"/>
            <a:ext cx="1414712" cy="681157"/>
          </a:xfrm>
          <a:prstGeom prst="rect">
            <a:avLst/>
          </a:prstGeom>
        </p:spPr>
      </p:pic>
      <p:pic>
        <p:nvPicPr>
          <p:cNvPr id="5" name="Resim 4"/>
          <p:cNvPicPr>
            <a:picLocks noChangeAspect="1"/>
          </p:cNvPicPr>
          <p:nvPr/>
        </p:nvPicPr>
        <p:blipFill>
          <a:blip r:embed="rId5"/>
          <a:stretch>
            <a:fillRect/>
          </a:stretch>
        </p:blipFill>
        <p:spPr>
          <a:xfrm>
            <a:off x="226185" y="172568"/>
            <a:ext cx="1520113" cy="675269"/>
          </a:xfrm>
          <a:prstGeom prst="rect">
            <a:avLst/>
          </a:prstGeom>
        </p:spPr>
      </p:pic>
      <p:pic>
        <p:nvPicPr>
          <p:cNvPr id="6" name="Resim 5"/>
          <p:cNvPicPr>
            <a:picLocks noChangeAspect="1"/>
          </p:cNvPicPr>
          <p:nvPr/>
        </p:nvPicPr>
        <p:blipFill>
          <a:blip r:embed="rId6"/>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2712791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Analizi – Kullanılan Araçlar</a:t>
            </a:r>
          </a:p>
        </p:txBody>
      </p:sp>
      <p:sp>
        <p:nvSpPr>
          <p:cNvPr id="3" name="İçerik Yer Tutucusu 2"/>
          <p:cNvSpPr>
            <a:spLocks noGrp="1"/>
          </p:cNvSpPr>
          <p:nvPr>
            <p:ph idx="1"/>
          </p:nvPr>
        </p:nvSpPr>
        <p:spPr>
          <a:xfrm>
            <a:off x="986241" y="1737360"/>
            <a:ext cx="10058400" cy="4023360"/>
          </a:xfrm>
        </p:spPr>
        <p:txBody>
          <a:bodyPr/>
          <a:lstStyle/>
          <a:p>
            <a:pPr marL="0" indent="0">
              <a:buNone/>
            </a:pPr>
            <a:r>
              <a:rPr lang="tr-TR" dirty="0">
                <a:solidFill>
                  <a:schemeClr val="tx1"/>
                </a:solidFill>
              </a:rPr>
              <a:t>Kullanılan yazılım dili </a:t>
            </a:r>
            <a:r>
              <a:rPr lang="tr-TR" dirty="0" err="1">
                <a:solidFill>
                  <a:schemeClr val="tx1"/>
                </a:solidFill>
              </a:rPr>
              <a:t>Python’dır</a:t>
            </a:r>
            <a:r>
              <a:rPr lang="tr-TR" dirty="0">
                <a:solidFill>
                  <a:schemeClr val="tx1"/>
                </a:solidFill>
              </a:rPr>
              <a:t>.</a:t>
            </a:r>
          </a:p>
          <a:p>
            <a:pPr marL="0" indent="0">
              <a:buNone/>
            </a:pPr>
            <a:r>
              <a:rPr lang="tr-TR" dirty="0" err="1">
                <a:solidFill>
                  <a:schemeClr val="tx1"/>
                </a:solidFill>
              </a:rPr>
              <a:t>Pandas</a:t>
            </a:r>
            <a:r>
              <a:rPr lang="tr-TR" dirty="0">
                <a:solidFill>
                  <a:schemeClr val="tx1"/>
                </a:solidFill>
              </a:rPr>
              <a:t> kütüphanesi yardımıyla veri analiz  ve tablo temizleme işlemleri yapılır.</a:t>
            </a:r>
          </a:p>
          <a:p>
            <a:pPr marL="0" indent="0">
              <a:buNone/>
            </a:pPr>
            <a:r>
              <a:rPr lang="tr-TR" dirty="0">
                <a:solidFill>
                  <a:schemeClr val="tx1"/>
                </a:solidFill>
              </a:rPr>
              <a:t>Ardından hava kirlilik indeksi hesaplayan fonksiyon yazılır. Veri setindeki parametreler fonksiyondan geçirilerek kirlilik adlı yeni kolon oluşturulur. Y değişkenimiz kirlilik kolonudur. X kolonumuz yanı bağımsız değişkenlerimiz kirlilik kolonu dışında kalan kodlardır. </a:t>
            </a:r>
          </a:p>
          <a:p>
            <a:pPr marL="0" indent="0">
              <a:buNone/>
            </a:pPr>
            <a:r>
              <a:rPr lang="tr-TR" dirty="0">
                <a:solidFill>
                  <a:schemeClr val="tx1"/>
                </a:solidFill>
              </a:rPr>
              <a:t>En iyi sonucu veren sınıflandırma algoritması </a:t>
            </a:r>
            <a:r>
              <a:rPr lang="tr-TR" dirty="0" err="1">
                <a:solidFill>
                  <a:schemeClr val="tx1"/>
                </a:solidFill>
              </a:rPr>
              <a:t>RandomForest</a:t>
            </a:r>
            <a:r>
              <a:rPr lang="tr-TR" dirty="0">
                <a:solidFill>
                  <a:schemeClr val="tx1"/>
                </a:solidFill>
              </a:rPr>
              <a:t> ve KNN algortimasıdır.%98 doğruluk oranıyla sonuç vermektedir.</a:t>
            </a:r>
          </a:p>
          <a:p>
            <a:pPr marL="0" indent="0">
              <a:buNone/>
            </a:pPr>
            <a:r>
              <a:rPr lang="tr-TR" dirty="0">
                <a:solidFill>
                  <a:schemeClr val="tx1"/>
                </a:solidFill>
              </a:rPr>
              <a:t>Bir sonraki aşama olarak </a:t>
            </a:r>
            <a:r>
              <a:rPr lang="tr-TR" dirty="0" err="1">
                <a:solidFill>
                  <a:schemeClr val="tx1"/>
                </a:solidFill>
              </a:rPr>
              <a:t>Streamlit</a:t>
            </a:r>
            <a:r>
              <a:rPr lang="tr-TR" dirty="0">
                <a:solidFill>
                  <a:schemeClr val="tx1"/>
                </a:solidFill>
              </a:rPr>
              <a:t> kütüphanesi kullanılarak web </a:t>
            </a:r>
            <a:r>
              <a:rPr lang="tr-TR" dirty="0" err="1">
                <a:solidFill>
                  <a:schemeClr val="tx1"/>
                </a:solidFill>
              </a:rPr>
              <a:t>frameworkü</a:t>
            </a:r>
            <a:r>
              <a:rPr lang="tr-TR" dirty="0">
                <a:solidFill>
                  <a:schemeClr val="tx1"/>
                </a:solidFill>
              </a:rPr>
              <a:t> oluşturulur. Kullanıcılardan alınan parametreler ilk olarak hava kirlilik indeksi fonksiyonundan geçer ardından oluşturulan model tahmin oluşturur.</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40658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Analizi – Kullanılan Araçlar</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2" name="İçerik Yer Tutucusu 11">
            <a:extLst>
              <a:ext uri="{FF2B5EF4-FFF2-40B4-BE49-F238E27FC236}">
                <a16:creationId xmlns:a16="http://schemas.microsoft.com/office/drawing/2014/main" id="{9AED7260-3DB3-D25D-DCCF-2A188F422FB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724999" y="2109544"/>
            <a:ext cx="8802328" cy="3496163"/>
          </a:xfrm>
        </p:spPr>
      </p:pic>
    </p:spTree>
    <p:extLst>
      <p:ext uri="{BB962C8B-B14F-4D97-AF65-F5344CB8AC3E}">
        <p14:creationId xmlns:p14="http://schemas.microsoft.com/office/powerpoint/2010/main" val="3711301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Karatay Hava Kirlilik Oranı</a:t>
            </a:r>
          </a:p>
        </p:txBody>
      </p:sp>
      <p:pic>
        <p:nvPicPr>
          <p:cNvPr id="8" name="İçerik Yer Tutucusu 7">
            <a:extLst>
              <a:ext uri="{FF2B5EF4-FFF2-40B4-BE49-F238E27FC236}">
                <a16:creationId xmlns:a16="http://schemas.microsoft.com/office/drawing/2014/main" id="{0C1A85CD-689E-9A83-6882-5CE269A0BF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1236" y="1851395"/>
            <a:ext cx="8230220" cy="4140364"/>
          </a:xfrm>
        </p:spPr>
      </p:pic>
      <p:pic>
        <p:nvPicPr>
          <p:cNvPr id="4" name="Resim 3"/>
          <p:cNvPicPr>
            <a:picLocks noChangeAspect="1"/>
          </p:cNvPicPr>
          <p:nvPr/>
        </p:nvPicPr>
        <p:blipFill>
          <a:blip r:embed="rId3"/>
          <a:stretch>
            <a:fillRect/>
          </a:stretch>
        </p:blipFill>
        <p:spPr>
          <a:xfrm>
            <a:off x="9740968" y="166680"/>
            <a:ext cx="1414712" cy="681157"/>
          </a:xfrm>
          <a:prstGeom prst="rect">
            <a:avLst/>
          </a:prstGeom>
        </p:spPr>
      </p:pic>
      <p:pic>
        <p:nvPicPr>
          <p:cNvPr id="5" name="Resim 4"/>
          <p:cNvPicPr>
            <a:picLocks noChangeAspect="1"/>
          </p:cNvPicPr>
          <p:nvPr/>
        </p:nvPicPr>
        <p:blipFill>
          <a:blip r:embed="rId4"/>
          <a:stretch>
            <a:fillRect/>
          </a:stretch>
        </p:blipFill>
        <p:spPr>
          <a:xfrm>
            <a:off x="226185" y="172568"/>
            <a:ext cx="1520113" cy="675269"/>
          </a:xfrm>
          <a:prstGeom prst="rect">
            <a:avLst/>
          </a:prstGeom>
        </p:spPr>
      </p:pic>
      <p:pic>
        <p:nvPicPr>
          <p:cNvPr id="6" name="Resim 5"/>
          <p:cNvPicPr>
            <a:picLocks noChangeAspect="1"/>
          </p:cNvPicPr>
          <p:nvPr/>
        </p:nvPicPr>
        <p:blipFill>
          <a:blip r:embed="rId5"/>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42439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Meram Hava Kirlilik Oranı</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0" name="İçerik Yer Tutucusu 9">
            <a:extLst>
              <a:ext uri="{FF2B5EF4-FFF2-40B4-BE49-F238E27FC236}">
                <a16:creationId xmlns:a16="http://schemas.microsoft.com/office/drawing/2014/main" id="{1DD61C5D-4357-730C-DC10-4D8427E9E0EF}"/>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515546" y="1882517"/>
            <a:ext cx="5221234" cy="3950216"/>
          </a:xfrm>
        </p:spPr>
      </p:pic>
    </p:spTree>
    <p:extLst>
      <p:ext uri="{BB962C8B-B14F-4D97-AF65-F5344CB8AC3E}">
        <p14:creationId xmlns:p14="http://schemas.microsoft.com/office/powerpoint/2010/main" val="3767451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Selçuklu Hava Kirlilik Oranı</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0" name="İçerik Yer Tutucusu 9">
            <a:extLst>
              <a:ext uri="{FF2B5EF4-FFF2-40B4-BE49-F238E27FC236}">
                <a16:creationId xmlns:a16="http://schemas.microsoft.com/office/drawing/2014/main" id="{BB3C271E-1397-1688-9B59-992F186C4132}"/>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236304" y="1882517"/>
            <a:ext cx="7364895" cy="3950216"/>
          </a:xfrm>
        </p:spPr>
      </p:pic>
    </p:spTree>
    <p:extLst>
      <p:ext uri="{BB962C8B-B14F-4D97-AF65-F5344CB8AC3E}">
        <p14:creationId xmlns:p14="http://schemas.microsoft.com/office/powerpoint/2010/main" val="3470191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801213" y="-589745"/>
            <a:ext cx="10058400" cy="1450757"/>
          </a:xfrm>
        </p:spPr>
        <p:txBody>
          <a:bodyPr/>
          <a:lstStyle/>
          <a:p>
            <a:r>
              <a:rPr lang="tr-TR" dirty="0">
                <a:solidFill>
                  <a:schemeClr val="tx1"/>
                </a:solidFill>
              </a:rPr>
              <a:t>2022 Yılı En Temiz Şehir &amp; Konya</a:t>
            </a:r>
          </a:p>
        </p:txBody>
      </p:sp>
      <p:sp>
        <p:nvSpPr>
          <p:cNvPr id="3" name="İçerik Yer Tutucusu 2"/>
          <p:cNvSpPr>
            <a:spLocks noGrp="1"/>
          </p:cNvSpPr>
          <p:nvPr>
            <p:ph idx="1"/>
          </p:nvPr>
        </p:nvSpPr>
        <p:spPr>
          <a:xfrm>
            <a:off x="986241" y="1851395"/>
            <a:ext cx="10058400" cy="4023360"/>
          </a:xfrm>
        </p:spPr>
        <p:txBody>
          <a:bodyPr/>
          <a:lstStyle/>
          <a:p>
            <a:r>
              <a:rPr lang="tr-TR" dirty="0">
                <a:solidFill>
                  <a:schemeClr val="tx1"/>
                </a:solidFill>
              </a:rPr>
              <a:t>                                           </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0" name="Resim 9">
            <a:extLst>
              <a:ext uri="{FF2B5EF4-FFF2-40B4-BE49-F238E27FC236}">
                <a16:creationId xmlns:a16="http://schemas.microsoft.com/office/drawing/2014/main" id="{CC877C7E-77BD-E997-77A2-9B19550882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145" y="983245"/>
            <a:ext cx="5075431" cy="5392832"/>
          </a:xfrm>
          <a:prstGeom prst="rect">
            <a:avLst/>
          </a:prstGeom>
        </p:spPr>
      </p:pic>
      <p:pic>
        <p:nvPicPr>
          <p:cNvPr id="16" name="Resim 15">
            <a:extLst>
              <a:ext uri="{FF2B5EF4-FFF2-40B4-BE49-F238E27FC236}">
                <a16:creationId xmlns:a16="http://schemas.microsoft.com/office/drawing/2014/main" id="{1CD857B3-B733-CC24-7255-9961795C9C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2958" y="952497"/>
            <a:ext cx="5441065" cy="5423580"/>
          </a:xfrm>
          <a:prstGeom prst="rect">
            <a:avLst/>
          </a:prstGeom>
        </p:spPr>
      </p:pic>
    </p:spTree>
    <p:extLst>
      <p:ext uri="{BB962C8B-B14F-4D97-AF65-F5344CB8AC3E}">
        <p14:creationId xmlns:p14="http://schemas.microsoft.com/office/powerpoint/2010/main" val="2192124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801213" y="-589745"/>
            <a:ext cx="10058400" cy="1450757"/>
          </a:xfrm>
        </p:spPr>
        <p:txBody>
          <a:bodyPr/>
          <a:lstStyle/>
          <a:p>
            <a:r>
              <a:rPr lang="tr-TR" dirty="0">
                <a:solidFill>
                  <a:schemeClr val="tx1"/>
                </a:solidFill>
              </a:rPr>
              <a:t>2022 Yılı En Temiz Şehir &amp; Konya</a:t>
            </a:r>
          </a:p>
        </p:txBody>
      </p:sp>
      <p:sp>
        <p:nvSpPr>
          <p:cNvPr id="3" name="İçerik Yer Tutucusu 2"/>
          <p:cNvSpPr>
            <a:spLocks noGrp="1"/>
          </p:cNvSpPr>
          <p:nvPr>
            <p:ph idx="1"/>
          </p:nvPr>
        </p:nvSpPr>
        <p:spPr>
          <a:xfrm>
            <a:off x="986241" y="1851395"/>
            <a:ext cx="10058400" cy="4023360"/>
          </a:xfrm>
        </p:spPr>
        <p:txBody>
          <a:bodyPr/>
          <a:lstStyle/>
          <a:p>
            <a:r>
              <a:rPr lang="tr-TR" dirty="0">
                <a:solidFill>
                  <a:schemeClr val="tx1"/>
                </a:solidFill>
              </a:rPr>
              <a:t>                                           </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8" name="Resim 7">
            <a:extLst>
              <a:ext uri="{FF2B5EF4-FFF2-40B4-BE49-F238E27FC236}">
                <a16:creationId xmlns:a16="http://schemas.microsoft.com/office/drawing/2014/main" id="{AD095929-341B-BCFD-D9BD-4CC20F8CA1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250" y="1471339"/>
            <a:ext cx="5574923" cy="3915321"/>
          </a:xfrm>
          <a:prstGeom prst="rect">
            <a:avLst/>
          </a:prstGeom>
        </p:spPr>
      </p:pic>
      <p:pic>
        <p:nvPicPr>
          <p:cNvPr id="11" name="Resim 10">
            <a:extLst>
              <a:ext uri="{FF2B5EF4-FFF2-40B4-BE49-F238E27FC236}">
                <a16:creationId xmlns:a16="http://schemas.microsoft.com/office/drawing/2014/main" id="{63FECD54-0070-FA3F-1413-C1272CFD43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64173" y="1484514"/>
            <a:ext cx="5924244" cy="4101467"/>
          </a:xfrm>
          <a:prstGeom prst="rect">
            <a:avLst/>
          </a:prstGeom>
        </p:spPr>
      </p:pic>
    </p:spTree>
    <p:extLst>
      <p:ext uri="{BB962C8B-B14F-4D97-AF65-F5344CB8AC3E}">
        <p14:creationId xmlns:p14="http://schemas.microsoft.com/office/powerpoint/2010/main" val="3199215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801213" y="-589745"/>
            <a:ext cx="10058400" cy="1450757"/>
          </a:xfrm>
        </p:spPr>
        <p:txBody>
          <a:bodyPr/>
          <a:lstStyle/>
          <a:p>
            <a:r>
              <a:rPr lang="tr-TR" dirty="0">
                <a:solidFill>
                  <a:schemeClr val="tx1"/>
                </a:solidFill>
              </a:rPr>
              <a:t>2022 Yılı En Temiz Şehir &amp; Konya</a:t>
            </a:r>
          </a:p>
        </p:txBody>
      </p:sp>
      <p:sp>
        <p:nvSpPr>
          <p:cNvPr id="3" name="İçerik Yer Tutucusu 2"/>
          <p:cNvSpPr>
            <a:spLocks noGrp="1"/>
          </p:cNvSpPr>
          <p:nvPr>
            <p:ph idx="1"/>
          </p:nvPr>
        </p:nvSpPr>
        <p:spPr>
          <a:xfrm>
            <a:off x="986241" y="1851395"/>
            <a:ext cx="10058400" cy="4023360"/>
          </a:xfrm>
        </p:spPr>
        <p:txBody>
          <a:bodyPr/>
          <a:lstStyle/>
          <a:p>
            <a:r>
              <a:rPr lang="tr-TR" dirty="0">
                <a:solidFill>
                  <a:schemeClr val="tx1"/>
                </a:solidFill>
              </a:rPr>
              <a:t>                                           </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3" name="Resim 12">
            <a:extLst>
              <a:ext uri="{FF2B5EF4-FFF2-40B4-BE49-F238E27FC236}">
                <a16:creationId xmlns:a16="http://schemas.microsoft.com/office/drawing/2014/main" id="{B8D48C7B-BD01-1286-BF9B-98A9EBBDED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827" y="929857"/>
            <a:ext cx="11266345" cy="3000794"/>
          </a:xfrm>
          <a:prstGeom prst="rect">
            <a:avLst/>
          </a:prstGeom>
        </p:spPr>
      </p:pic>
      <p:pic>
        <p:nvPicPr>
          <p:cNvPr id="15" name="Resim 14">
            <a:extLst>
              <a:ext uri="{FF2B5EF4-FFF2-40B4-BE49-F238E27FC236}">
                <a16:creationId xmlns:a16="http://schemas.microsoft.com/office/drawing/2014/main" id="{27598AA1-922C-F659-5DA0-146A2545A4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827" y="3756991"/>
            <a:ext cx="11266345" cy="2670892"/>
          </a:xfrm>
          <a:prstGeom prst="rect">
            <a:avLst/>
          </a:prstGeom>
        </p:spPr>
      </p:pic>
    </p:spTree>
    <p:extLst>
      <p:ext uri="{BB962C8B-B14F-4D97-AF65-F5344CB8AC3E}">
        <p14:creationId xmlns:p14="http://schemas.microsoft.com/office/powerpoint/2010/main" val="297259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Çözüm Önerileri &amp; Proje Fikirleri</a:t>
            </a:r>
          </a:p>
        </p:txBody>
      </p:sp>
      <p:sp>
        <p:nvSpPr>
          <p:cNvPr id="3" name="İçerik Yer Tutucusu 2"/>
          <p:cNvSpPr>
            <a:spLocks noGrp="1"/>
          </p:cNvSpPr>
          <p:nvPr>
            <p:ph idx="1"/>
          </p:nvPr>
        </p:nvSpPr>
        <p:spPr>
          <a:xfrm>
            <a:off x="1097280" y="1845734"/>
            <a:ext cx="10058400" cy="4514426"/>
          </a:xfrm>
        </p:spPr>
        <p:txBody>
          <a:bodyPr>
            <a:normAutofit fontScale="40000" lnSpcReduction="20000"/>
          </a:bodyPr>
          <a:lstStyle/>
          <a:p>
            <a:pPr marL="457200" indent="-457200">
              <a:buFont typeface="+mj-lt"/>
              <a:buAutoNum type="arabicPeriod"/>
            </a:pPr>
            <a:endParaRPr lang="tr-TR" sz="4500" dirty="0">
              <a:solidFill>
                <a:schemeClr val="tx1"/>
              </a:solidFill>
            </a:endParaRPr>
          </a:p>
          <a:p>
            <a:pPr marL="457200" indent="-457200">
              <a:buFont typeface="+mj-lt"/>
              <a:buAutoNum type="arabicPeriod"/>
            </a:pPr>
            <a:r>
              <a:rPr lang="tr-TR" sz="5000" dirty="0">
                <a:solidFill>
                  <a:schemeClr val="tx1"/>
                </a:solidFill>
                <a:latin typeface="Times New Roman" panose="02020603050405020304" pitchFamily="18" charset="0"/>
                <a:cs typeface="Times New Roman" panose="02020603050405020304" pitchFamily="18" charset="0"/>
              </a:rPr>
              <a:t>Ağaçlandırma Yapılması:</a:t>
            </a:r>
          </a:p>
          <a:p>
            <a:pPr marL="1161288" lvl="2" indent="-685800">
              <a:lnSpc>
                <a:spcPct val="150000"/>
              </a:lnSpc>
              <a:buFont typeface="Wingdings" panose="05000000000000000000" pitchFamily="2" charset="2"/>
              <a:buChar char="§"/>
            </a:pPr>
            <a:r>
              <a:rPr lang="tr-TR" sz="5000" b="0" i="0" dirty="0">
                <a:solidFill>
                  <a:srgbClr val="1A1B1B"/>
                </a:solidFill>
                <a:effectLst/>
                <a:latin typeface="Times New Roman" panose="02020603050405020304" pitchFamily="18" charset="0"/>
                <a:cs typeface="Times New Roman" panose="02020603050405020304" pitchFamily="18" charset="0"/>
              </a:rPr>
              <a:t>"</a:t>
            </a:r>
            <a:r>
              <a:rPr lang="tr-TR" sz="5000" b="0" i="0" dirty="0" err="1">
                <a:solidFill>
                  <a:srgbClr val="1A1B1B"/>
                </a:solidFill>
                <a:effectLst/>
                <a:latin typeface="Times New Roman" panose="02020603050405020304" pitchFamily="18" charset="0"/>
                <a:cs typeface="Times New Roman" panose="02020603050405020304" pitchFamily="18" charset="0"/>
              </a:rPr>
              <a:t>Biourban</a:t>
            </a:r>
            <a:r>
              <a:rPr lang="tr-TR" sz="5000" b="0" i="0" dirty="0">
                <a:solidFill>
                  <a:srgbClr val="1A1B1B"/>
                </a:solidFill>
                <a:effectLst/>
                <a:latin typeface="Times New Roman" panose="02020603050405020304" pitchFamily="18" charset="0"/>
                <a:cs typeface="Times New Roman" panose="02020603050405020304" pitchFamily="18" charset="0"/>
              </a:rPr>
              <a:t>" olarak adlandırılan 4 metrelik metal ağaç ozon ve mikro partiküllerden oluşan hava kirliliğini </a:t>
            </a:r>
            <a:r>
              <a:rPr lang="tr-TR" sz="5000" b="0" i="0" dirty="0" err="1">
                <a:solidFill>
                  <a:srgbClr val="1A1B1B"/>
                </a:solidFill>
                <a:effectLst/>
                <a:latin typeface="Times New Roman" panose="02020603050405020304" pitchFamily="18" charset="0"/>
                <a:cs typeface="Times New Roman" panose="02020603050405020304" pitchFamily="18" charset="0"/>
              </a:rPr>
              <a:t>mikroyosunlar</a:t>
            </a:r>
            <a:r>
              <a:rPr lang="tr-TR" sz="5000" b="0" i="0" dirty="0">
                <a:solidFill>
                  <a:srgbClr val="1A1B1B"/>
                </a:solidFill>
                <a:effectLst/>
                <a:latin typeface="Times New Roman" panose="02020603050405020304" pitchFamily="18" charset="0"/>
                <a:cs typeface="Times New Roman" panose="02020603050405020304" pitchFamily="18" charset="0"/>
              </a:rPr>
              <a:t> sayesinde gidermeye yardımcı oluyor. İstiflenmiş silindirlerden oluşan metal ağaç yılın 365 günü gerçek ağaçların fotosentez işlemini tekrarlayabiliyor.</a:t>
            </a:r>
          </a:p>
          <a:p>
            <a:pPr lvl="2" fontAlgn="base">
              <a:buFont typeface="Wingdings" panose="05000000000000000000" pitchFamily="2" charset="2"/>
              <a:buChar char="§"/>
            </a:pPr>
            <a:r>
              <a:rPr lang="tr-TR" sz="5000" b="0" i="0" dirty="0">
                <a:solidFill>
                  <a:srgbClr val="1B1B1B"/>
                </a:solidFill>
                <a:effectLst/>
                <a:latin typeface="Times New Roman" panose="02020603050405020304" pitchFamily="18" charset="0"/>
                <a:cs typeface="Times New Roman" panose="02020603050405020304" pitchFamily="18" charset="0"/>
              </a:rPr>
              <a:t>Araştırmacılar bu süreci kullanarak her bir türü ince ve ultra ince parçacıkları biriktirme yeteneklerine göre sıralayabilirler. Bunu buldular </a:t>
            </a:r>
            <a:r>
              <a:rPr lang="tr-TR" sz="5000" dirty="0">
                <a:solidFill>
                  <a:srgbClr val="1B1B1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zeytin ağaçları</a:t>
            </a:r>
            <a:r>
              <a:rPr lang="tr-TR" sz="5000" dirty="0">
                <a:solidFill>
                  <a:srgbClr val="1B1B1B"/>
                </a:solidFill>
                <a:latin typeface="Times New Roman" panose="02020603050405020304" pitchFamily="18" charset="0"/>
                <a:cs typeface="Times New Roman" panose="02020603050405020304" pitchFamily="18" charset="0"/>
              </a:rPr>
              <a:t>, özellikle, yüksek bir biriktirme kapasitesi gösterir. « Bu özellikleri, kuraklık ve kuraklık gibi stresleri tolere edebilmelerinin </a:t>
            </a:r>
            <a:r>
              <a:rPr lang="tr-TR" sz="5000" b="0" i="0" dirty="0">
                <a:solidFill>
                  <a:srgbClr val="1B1B1B"/>
                </a:solidFill>
                <a:effectLst/>
                <a:latin typeface="Times New Roman" panose="02020603050405020304" pitchFamily="18" charset="0"/>
                <a:cs typeface="Times New Roman" panose="02020603050405020304" pitchFamily="18" charset="0"/>
              </a:rPr>
              <a:t>yanı sıra</a:t>
            </a:r>
            <a:r>
              <a:rPr lang="tr-TR" sz="5000" dirty="0">
                <a:solidFill>
                  <a:srgbClr val="1A1B1B"/>
                </a:solidFill>
                <a:latin typeface="Times New Roman" panose="02020603050405020304" pitchFamily="18" charset="0"/>
                <a:cs typeface="Times New Roman" panose="02020603050405020304" pitchFamily="18" charset="0"/>
              </a:rPr>
              <a:t> </a:t>
            </a:r>
            <a:r>
              <a:rPr lang="tr-TR" sz="5000" dirty="0">
                <a:solidFill>
                  <a:srgbClr val="1A1B1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tuzluluk</a:t>
            </a:r>
            <a:r>
              <a:rPr lang="tr-TR" sz="5000" b="0" i="0" dirty="0">
                <a:solidFill>
                  <a:srgbClr val="1B1B1B"/>
                </a:solidFill>
                <a:effectLst/>
                <a:latin typeface="Times New Roman" panose="02020603050405020304" pitchFamily="18" charset="0"/>
                <a:cs typeface="Times New Roman" panose="02020603050405020304" pitchFamily="18" charset="0"/>
              </a:rPr>
              <a:t>, onları en umut verici adaylardan biri yapar. Kentsel bağlamda, mevcudiyetleri daha da önemlidir çünkü doğal olarak karbondioksiti emerler ve</a:t>
            </a:r>
            <a:r>
              <a:rPr lang="tr-TR" sz="5000" dirty="0">
                <a:solidFill>
                  <a:srgbClr val="1A1B1B"/>
                </a:solidFill>
                <a:latin typeface="Times New Roman" panose="02020603050405020304" pitchFamily="18" charset="0"/>
                <a:cs typeface="Times New Roman" panose="02020603050405020304" pitchFamily="18" charset="0"/>
              </a:rPr>
              <a:t> </a:t>
            </a:r>
            <a:r>
              <a:rPr lang="tr-TR" sz="5000" dirty="0">
                <a:solidFill>
                  <a:srgbClr val="1A1B1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oksijeni serbest bırakmak</a:t>
            </a:r>
            <a:r>
              <a:rPr lang="tr-TR" sz="5000" dirty="0">
                <a:solidFill>
                  <a:srgbClr val="1A1B1B"/>
                </a:solidFill>
                <a:latin typeface="Times New Roman" panose="02020603050405020304" pitchFamily="18" charset="0"/>
                <a:cs typeface="Times New Roman" panose="02020603050405020304" pitchFamily="18" charset="0"/>
              </a:rPr>
              <a:t>, her insanın </a:t>
            </a:r>
            <a:r>
              <a:rPr lang="tr-TR" sz="5000" b="0" i="0" dirty="0">
                <a:solidFill>
                  <a:srgbClr val="1B1B1B"/>
                </a:solidFill>
                <a:effectLst/>
                <a:latin typeface="Times New Roman" panose="02020603050405020304" pitchFamily="18" charset="0"/>
                <a:cs typeface="Times New Roman" panose="02020603050405020304" pitchFamily="18" charset="0"/>
              </a:rPr>
              <a:t>yaşamı için gereklidir.”</a:t>
            </a:r>
          </a:p>
          <a:p>
            <a:pPr marL="818388" lvl="2" indent="-342900">
              <a:lnSpc>
                <a:spcPct val="150000"/>
              </a:lnSpc>
            </a:pPr>
            <a:endParaRPr lang="tr-TR" sz="2000"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tr-TR" dirty="0">
              <a:solidFill>
                <a:schemeClr val="bg1">
                  <a:lumMod val="65000"/>
                </a:schemeClr>
              </a:solidFill>
            </a:endParaRPr>
          </a:p>
          <a:p>
            <a:pPr marL="0" indent="0">
              <a:buNone/>
            </a:pPr>
            <a:r>
              <a:rPr lang="tr-TR" dirty="0">
                <a:solidFill>
                  <a:schemeClr val="tx1"/>
                </a:solidFill>
              </a:rPr>
              <a:t> </a:t>
            </a:r>
            <a:endParaRPr lang="tr-TR" dirty="0">
              <a:solidFill>
                <a:schemeClr val="bg1">
                  <a:lumMod val="65000"/>
                </a:schemeClr>
              </a:solidFill>
            </a:endParaRPr>
          </a:p>
        </p:txBody>
      </p:sp>
      <p:pic>
        <p:nvPicPr>
          <p:cNvPr id="4" name="Resim 3"/>
          <p:cNvPicPr>
            <a:picLocks noChangeAspect="1"/>
          </p:cNvPicPr>
          <p:nvPr/>
        </p:nvPicPr>
        <p:blipFill>
          <a:blip r:embed="rId5"/>
          <a:stretch>
            <a:fillRect/>
          </a:stretch>
        </p:blipFill>
        <p:spPr>
          <a:xfrm>
            <a:off x="9740968" y="166680"/>
            <a:ext cx="1414712" cy="681157"/>
          </a:xfrm>
          <a:prstGeom prst="rect">
            <a:avLst/>
          </a:prstGeom>
        </p:spPr>
      </p:pic>
      <p:pic>
        <p:nvPicPr>
          <p:cNvPr id="5" name="Resim 4"/>
          <p:cNvPicPr>
            <a:picLocks noChangeAspect="1"/>
          </p:cNvPicPr>
          <p:nvPr/>
        </p:nvPicPr>
        <p:blipFill>
          <a:blip r:embed="rId6"/>
          <a:stretch>
            <a:fillRect/>
          </a:stretch>
        </p:blipFill>
        <p:spPr>
          <a:xfrm>
            <a:off x="226185" y="172568"/>
            <a:ext cx="1520113" cy="675269"/>
          </a:xfrm>
          <a:prstGeom prst="rect">
            <a:avLst/>
          </a:prstGeom>
        </p:spPr>
      </p:pic>
      <p:pic>
        <p:nvPicPr>
          <p:cNvPr id="6" name="Resim 5"/>
          <p:cNvPicPr>
            <a:picLocks noChangeAspect="1"/>
          </p:cNvPicPr>
          <p:nvPr/>
        </p:nvPicPr>
        <p:blipFill>
          <a:blip r:embed="rId7"/>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2746191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Çözüm Önerileri &amp; Proje Fikirleri</a:t>
            </a:r>
          </a:p>
        </p:txBody>
      </p:sp>
      <p:sp>
        <p:nvSpPr>
          <p:cNvPr id="3" name="İçerik Yer Tutucusu 2"/>
          <p:cNvSpPr>
            <a:spLocks noGrp="1"/>
          </p:cNvSpPr>
          <p:nvPr>
            <p:ph idx="1"/>
          </p:nvPr>
        </p:nvSpPr>
        <p:spPr>
          <a:xfrm>
            <a:off x="1097280" y="1845734"/>
            <a:ext cx="10058400" cy="4514426"/>
          </a:xfrm>
        </p:spPr>
        <p:txBody>
          <a:bodyPr>
            <a:normAutofit fontScale="25000" lnSpcReduction="20000"/>
          </a:bodyPr>
          <a:lstStyle/>
          <a:p>
            <a:pPr marL="0" indent="0">
              <a:lnSpc>
                <a:spcPct val="170000"/>
              </a:lnSpc>
              <a:buNone/>
            </a:pPr>
            <a:endParaRPr lang="tr-TR" sz="6500" dirty="0">
              <a:solidFill>
                <a:srgbClr val="00B0F0"/>
              </a:solidFill>
              <a:latin typeface="Times New Roman" panose="02020603050405020304" pitchFamily="18" charset="0"/>
              <a:cs typeface="Times New Roman" panose="02020603050405020304" pitchFamily="18" charset="0"/>
            </a:endParaRPr>
          </a:p>
          <a:p>
            <a:pPr marL="0" indent="0">
              <a:lnSpc>
                <a:spcPct val="170000"/>
              </a:lnSpc>
              <a:buNone/>
            </a:pPr>
            <a:r>
              <a:rPr lang="tr-TR" sz="8000" dirty="0">
                <a:solidFill>
                  <a:srgbClr val="00B0F0"/>
                </a:solidFill>
                <a:latin typeface="Times New Roman" panose="02020603050405020304" pitchFamily="18" charset="0"/>
                <a:cs typeface="Times New Roman" panose="02020603050405020304" pitchFamily="18" charset="0"/>
              </a:rPr>
              <a:t>2. </a:t>
            </a:r>
            <a:r>
              <a:rPr lang="tr-TR" sz="8000" dirty="0">
                <a:solidFill>
                  <a:srgbClr val="1A1B1B"/>
                </a:solidFill>
                <a:latin typeface="Times New Roman" panose="02020603050405020304" pitchFamily="18" charset="0"/>
                <a:cs typeface="Times New Roman" panose="02020603050405020304" pitchFamily="18" charset="0"/>
              </a:rPr>
              <a:t>Fosil Yakıt Tüketiminin Azaltılması:</a:t>
            </a:r>
          </a:p>
          <a:p>
            <a:pPr marL="0" indent="0">
              <a:lnSpc>
                <a:spcPct val="170000"/>
              </a:lnSpc>
              <a:buNone/>
            </a:pPr>
            <a:r>
              <a:rPr lang="tr-TR" sz="8000" dirty="0">
                <a:solidFill>
                  <a:srgbClr val="1A1B1B"/>
                </a:solidFill>
                <a:latin typeface="Times New Roman" panose="02020603050405020304" pitchFamily="18" charset="0"/>
                <a:cs typeface="Times New Roman" panose="02020603050405020304" pitchFamily="18" charset="0"/>
              </a:rPr>
              <a:t>	 Fosil yakıtların katılaşmış ve sıkıştırılmış hali kömürdür. Fosil yakıtların sıvılaşmış hali petroldür. Ancak fosil yakıtlar havadaki karbondioksit miktarını artırdığı için oksijen miktarı düşmektedir. Çünkü fosil yakıtlar yanması ile birlikte karbondioksit ortaya çıkar. Bunun dışında dünyanın temel sorunlarından bir tanesi olan küresel ısınmanın başlıca nedenlerinden bir tanesi oldukça fazla miktarda fosil yakıtların kullanılmasıdır. </a:t>
            </a:r>
          </a:p>
          <a:p>
            <a:pPr>
              <a:lnSpc>
                <a:spcPct val="170000"/>
              </a:lnSpc>
            </a:pPr>
            <a:endParaRPr lang="tr-TR" sz="2600" dirty="0"/>
          </a:p>
          <a:p>
            <a:pPr marL="0" indent="0">
              <a:buNone/>
            </a:pPr>
            <a:endParaRPr lang="tr-TR" dirty="0"/>
          </a:p>
          <a:p>
            <a:pPr marL="0" indent="0">
              <a:buNone/>
            </a:pPr>
            <a:br>
              <a:rPr lang="tr-TR" dirty="0">
                <a:solidFill>
                  <a:schemeClr val="tx1"/>
                </a:solidFill>
              </a:rPr>
            </a:br>
            <a:endParaRPr lang="tr-TR" dirty="0">
              <a:solidFill>
                <a:schemeClr val="tx1"/>
              </a:solidFill>
            </a:endParaRPr>
          </a:p>
          <a:p>
            <a:pPr>
              <a:buFont typeface="Wingdings" panose="05000000000000000000" pitchFamily="2" charset="2"/>
              <a:buChar char="§"/>
            </a:pPr>
            <a:endParaRPr lang="tr-TR" sz="5000" dirty="0">
              <a:solidFill>
                <a:schemeClr val="tx1"/>
              </a:solidFill>
            </a:endParaRPr>
          </a:p>
          <a:p>
            <a:pPr marL="818388" lvl="2" indent="-342900">
              <a:lnSpc>
                <a:spcPct val="150000"/>
              </a:lnSpc>
            </a:pPr>
            <a:endParaRPr lang="tr-TR" sz="2000"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tr-TR" dirty="0">
              <a:solidFill>
                <a:schemeClr val="bg1">
                  <a:lumMod val="65000"/>
                </a:schemeClr>
              </a:solidFill>
            </a:endParaRPr>
          </a:p>
          <a:p>
            <a:pPr marL="0" indent="0">
              <a:buNone/>
            </a:pPr>
            <a:r>
              <a:rPr lang="tr-TR" dirty="0">
                <a:solidFill>
                  <a:schemeClr val="tx1"/>
                </a:solidFill>
              </a:rPr>
              <a:t> </a:t>
            </a:r>
            <a:endParaRPr lang="tr-TR" dirty="0">
              <a:solidFill>
                <a:schemeClr val="bg1">
                  <a:lumMod val="65000"/>
                </a:schemeClr>
              </a:solidFill>
            </a:endParaRP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526069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Çözüm Önerileri &amp; Proje Fikirleri</a:t>
            </a:r>
          </a:p>
        </p:txBody>
      </p:sp>
      <p:sp>
        <p:nvSpPr>
          <p:cNvPr id="3" name="İçerik Yer Tutucusu 2"/>
          <p:cNvSpPr>
            <a:spLocks noGrp="1"/>
          </p:cNvSpPr>
          <p:nvPr>
            <p:ph idx="1"/>
          </p:nvPr>
        </p:nvSpPr>
        <p:spPr>
          <a:xfrm>
            <a:off x="1097280" y="1845734"/>
            <a:ext cx="10058400" cy="4514426"/>
          </a:xfrm>
        </p:spPr>
        <p:txBody>
          <a:bodyPr>
            <a:normAutofit fontScale="85000" lnSpcReduction="10000"/>
          </a:bodyPr>
          <a:lstStyle/>
          <a:p>
            <a:pPr marL="475488" lvl="2" indent="0">
              <a:lnSpc>
                <a:spcPct val="150000"/>
              </a:lnSpc>
              <a:buNone/>
            </a:pPr>
            <a:r>
              <a:rPr lang="tr-TR" sz="2000" dirty="0">
                <a:solidFill>
                  <a:srgbClr val="00B0F0"/>
                </a:solidFill>
              </a:rPr>
              <a:t>3.</a:t>
            </a:r>
            <a:r>
              <a:rPr lang="tr-TR" sz="2400" dirty="0">
                <a:solidFill>
                  <a:schemeClr val="tx1"/>
                </a:solidFill>
                <a:latin typeface="Times New Roman" panose="02020603050405020304" pitchFamily="18" charset="0"/>
                <a:cs typeface="Times New Roman" panose="02020603050405020304" pitchFamily="18" charset="0"/>
              </a:rPr>
              <a:t>Fabrikaların Denetlenmesi:</a:t>
            </a:r>
          </a:p>
          <a:p>
            <a:pPr marL="475488" lvl="2" indent="0">
              <a:lnSpc>
                <a:spcPct val="150000"/>
              </a:lnSpc>
              <a:buNone/>
            </a:pPr>
            <a:r>
              <a:rPr lang="tr-TR" sz="2000" b="0" i="0" dirty="0">
                <a:solidFill>
                  <a:srgbClr val="010101"/>
                </a:solidFill>
                <a:effectLst/>
                <a:latin typeface="Times New Roman" panose="02020603050405020304" pitchFamily="18" charset="0"/>
                <a:cs typeface="Times New Roman" panose="02020603050405020304" pitchFamily="18" charset="0"/>
              </a:rPr>
              <a:t>	</a:t>
            </a:r>
            <a:r>
              <a:rPr lang="tr-TR" sz="2400" dirty="0">
                <a:solidFill>
                  <a:srgbClr val="010101"/>
                </a:solidFill>
                <a:latin typeface="Times New Roman" panose="02020603050405020304" pitchFamily="18" charset="0"/>
                <a:cs typeface="Times New Roman" panose="02020603050405020304" pitchFamily="18" charset="0"/>
              </a:rPr>
              <a:t>Fabrikaların bu kirlenmelere yol açmaları şu şekilde gelişir. Fabrikaların bacalarına filtre takılmaması sonucu fabrikaların bacalarından çıkan zehirli gazlar atmosfere</a:t>
            </a:r>
            <a:br>
              <a:rPr lang="tr-TR" sz="2400" dirty="0">
                <a:solidFill>
                  <a:srgbClr val="010101"/>
                </a:solidFill>
                <a:latin typeface="Times New Roman" panose="02020603050405020304" pitchFamily="18" charset="0"/>
                <a:cs typeface="Times New Roman" panose="02020603050405020304" pitchFamily="18" charset="0"/>
              </a:rPr>
            </a:br>
            <a:r>
              <a:rPr lang="tr-TR" sz="2400" dirty="0">
                <a:solidFill>
                  <a:srgbClr val="010101"/>
                </a:solidFill>
                <a:latin typeface="Times New Roman" panose="02020603050405020304" pitchFamily="18" charset="0"/>
                <a:cs typeface="Times New Roman" panose="02020603050405020304" pitchFamily="18" charset="0"/>
              </a:rPr>
              <a:t>yükselerek temiz havanın kirlenmesine neden olur. S</a:t>
            </a:r>
            <a:r>
              <a:rPr lang="tr-TR" sz="2400" b="0" i="0" dirty="0">
                <a:solidFill>
                  <a:srgbClr val="010101"/>
                </a:solidFill>
                <a:effectLst/>
                <a:latin typeface="Times New Roman" panose="02020603050405020304" pitchFamily="18" charset="0"/>
                <a:cs typeface="Times New Roman" panose="02020603050405020304" pitchFamily="18" charset="0"/>
              </a:rPr>
              <a:t>is ve bulutlardaki su ile birleşerek sülfürik asit ve nitrik aside dönüşmektedir. Bu asitler yağmur damlaları ile yere inerek bitkiler, toprak, canlı varlıklar, yapılar, göller, akarsular ve denizler üzerine düşmektedir.</a:t>
            </a:r>
            <a:endParaRPr lang="tr-TR" sz="2400" dirty="0">
              <a:solidFill>
                <a:schemeClr val="tx1"/>
              </a:solidFill>
              <a:latin typeface="Times New Roman" panose="02020603050405020304" pitchFamily="18" charset="0"/>
              <a:cs typeface="Times New Roman" panose="02020603050405020304" pitchFamily="18" charset="0"/>
            </a:endParaRPr>
          </a:p>
          <a:p>
            <a:pPr marL="475488" lvl="2" indent="0">
              <a:lnSpc>
                <a:spcPct val="15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tr-TR" dirty="0">
              <a:solidFill>
                <a:schemeClr val="bg1">
                  <a:lumMod val="65000"/>
                </a:schemeClr>
              </a:solidFill>
            </a:endParaRPr>
          </a:p>
          <a:p>
            <a:pPr marL="0" indent="0">
              <a:buNone/>
            </a:pPr>
            <a:r>
              <a:rPr lang="tr-TR" dirty="0">
                <a:solidFill>
                  <a:schemeClr val="tx1"/>
                </a:solidFill>
              </a:rPr>
              <a:t> </a:t>
            </a:r>
            <a:endParaRPr lang="tr-TR" dirty="0">
              <a:solidFill>
                <a:schemeClr val="bg1">
                  <a:lumMod val="65000"/>
                </a:schemeClr>
              </a:solidFill>
            </a:endParaRP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1406814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Çözüm Önerileri &amp; Proje Fikirleri</a:t>
            </a:r>
          </a:p>
        </p:txBody>
      </p:sp>
      <p:sp>
        <p:nvSpPr>
          <p:cNvPr id="3" name="İçerik Yer Tutucusu 2"/>
          <p:cNvSpPr>
            <a:spLocks noGrp="1"/>
          </p:cNvSpPr>
          <p:nvPr>
            <p:ph idx="1"/>
          </p:nvPr>
        </p:nvSpPr>
        <p:spPr>
          <a:xfrm>
            <a:off x="1077402" y="1845734"/>
            <a:ext cx="11094720" cy="4514426"/>
          </a:xfrm>
        </p:spPr>
        <p:txBody>
          <a:bodyPr>
            <a:normAutofit fontScale="85000" lnSpcReduction="10000"/>
          </a:bodyPr>
          <a:lstStyle/>
          <a:p>
            <a:pPr marL="0" indent="0">
              <a:buNone/>
            </a:pPr>
            <a:r>
              <a:rPr lang="tr-TR" dirty="0">
                <a:solidFill>
                  <a:srgbClr val="00B0F0"/>
                </a:solidFill>
                <a:latin typeface="Times New Roman" panose="02020603050405020304" pitchFamily="18" charset="0"/>
                <a:cs typeface="Times New Roman" panose="02020603050405020304" pitchFamily="18" charset="0"/>
              </a:rPr>
              <a:t>4.</a:t>
            </a:r>
            <a:r>
              <a:rPr lang="tr-TR" dirty="0">
                <a:solidFill>
                  <a:schemeClr val="tx1"/>
                </a:solidFill>
                <a:latin typeface="Times New Roman" panose="02020603050405020304" pitchFamily="18" charset="0"/>
                <a:cs typeface="Times New Roman" panose="02020603050405020304" pitchFamily="18" charset="0"/>
              </a:rPr>
              <a:t>Kullanıcının Gün Gün Hava Kirliliğini Tespit Edebilmesi:</a:t>
            </a:r>
          </a:p>
          <a:p>
            <a:pPr marL="0" indent="0">
              <a:lnSpc>
                <a:spcPct val="200000"/>
              </a:lnSpc>
              <a:buNone/>
            </a:pPr>
            <a:r>
              <a:rPr lang="tr-TR" dirty="0">
                <a:solidFill>
                  <a:schemeClr val="tx1"/>
                </a:solidFill>
                <a:latin typeface="Times New Roman" panose="02020603050405020304" pitchFamily="18" charset="0"/>
                <a:cs typeface="Times New Roman" panose="02020603050405020304" pitchFamily="18" charset="0"/>
              </a:rPr>
              <a:t>	Konya Açık Veri </a:t>
            </a:r>
            <a:r>
              <a:rPr lang="tr-TR" dirty="0" err="1">
                <a:solidFill>
                  <a:schemeClr val="tx1"/>
                </a:solidFill>
                <a:latin typeface="Times New Roman" panose="02020603050405020304" pitchFamily="18" charset="0"/>
                <a:cs typeface="Times New Roman" panose="02020603050405020304" pitchFamily="18" charset="0"/>
              </a:rPr>
              <a:t>Portalı’na</a:t>
            </a:r>
            <a:r>
              <a:rPr lang="tr-TR" dirty="0">
                <a:solidFill>
                  <a:schemeClr val="tx1"/>
                </a:solidFill>
                <a:latin typeface="Times New Roman" panose="02020603050405020304" pitchFamily="18" charset="0"/>
                <a:cs typeface="Times New Roman" panose="02020603050405020304" pitchFamily="18" charset="0"/>
              </a:rPr>
              <a:t> gün gün girilen hava parametreleri yardımıyla kullanıcılar kirliliği  yakından takip edilebilir. Girilen parametreler sonucunda yapay zeka modeli hava kirliliğinin derecesini   gösterir. Bu sayede kullanıcılar bilgilenmesi ve  çevre bilinci edinmesi projenin temel amaçlarındandır. Eğer hava kirliliği fazlaysa kullanıcılara Konya Büyükşehir Belediyesinin uygulaması  üzerinden uyarı bildirimi gönderilmesi planlanmıştır. Yetkililer tarafından girilen parametreler Açık Veri Portalını besleyerek çift taraflı verim elde edilmesi amaçlanmıştır               </a:t>
            </a:r>
          </a:p>
          <a:p>
            <a:pPr marL="0" indent="0">
              <a:buNone/>
            </a:pPr>
            <a:endParaRPr lang="tr-TR" dirty="0">
              <a:solidFill>
                <a:schemeClr val="tx1"/>
              </a:solidFill>
              <a:latin typeface="Times New Roman" panose="02020603050405020304" pitchFamily="18" charset="0"/>
              <a:cs typeface="Times New Roman" panose="02020603050405020304" pitchFamily="18" charset="0"/>
            </a:endParaRPr>
          </a:p>
          <a:p>
            <a:pPr marL="0" indent="0">
              <a:buNone/>
            </a:pPr>
            <a:endParaRPr lang="tr-TR" dirty="0">
              <a:solidFill>
                <a:schemeClr val="bg1">
                  <a:lumMod val="65000"/>
                </a:schemeClr>
              </a:solidFill>
            </a:endParaRPr>
          </a:p>
          <a:p>
            <a:pPr marL="0" indent="0">
              <a:buNone/>
            </a:pPr>
            <a:r>
              <a:rPr lang="tr-TR" dirty="0">
                <a:solidFill>
                  <a:schemeClr val="tx1"/>
                </a:solidFill>
              </a:rPr>
              <a:t> </a:t>
            </a:r>
            <a:endParaRPr lang="tr-TR" dirty="0">
              <a:solidFill>
                <a:schemeClr val="bg1">
                  <a:lumMod val="65000"/>
                </a:schemeClr>
              </a:solidFill>
            </a:endParaRP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spTree>
    <p:extLst>
      <p:ext uri="{BB962C8B-B14F-4D97-AF65-F5344CB8AC3E}">
        <p14:creationId xmlns:p14="http://schemas.microsoft.com/office/powerpoint/2010/main" val="584754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96963" y="122458"/>
            <a:ext cx="10058400" cy="1450757"/>
          </a:xfrm>
        </p:spPr>
        <p:txBody>
          <a:bodyPr/>
          <a:lstStyle/>
          <a:p>
            <a:r>
              <a:rPr lang="tr-TR" dirty="0"/>
              <a:t>Çözüm Önerileri &amp; Proje Fikirleri</a:t>
            </a:r>
          </a:p>
        </p:txBody>
      </p:sp>
      <p:pic>
        <p:nvPicPr>
          <p:cNvPr id="4" name="Resim 3"/>
          <p:cNvPicPr>
            <a:picLocks noChangeAspect="1"/>
          </p:cNvPicPr>
          <p:nvPr/>
        </p:nvPicPr>
        <p:blipFill>
          <a:blip r:embed="rId2"/>
          <a:stretch>
            <a:fillRect/>
          </a:stretch>
        </p:blipFill>
        <p:spPr>
          <a:xfrm>
            <a:off x="9740968" y="166680"/>
            <a:ext cx="1414712" cy="681157"/>
          </a:xfrm>
          <a:prstGeom prst="rect">
            <a:avLst/>
          </a:prstGeom>
        </p:spPr>
      </p:pic>
      <p:pic>
        <p:nvPicPr>
          <p:cNvPr id="5" name="Resim 4"/>
          <p:cNvPicPr>
            <a:picLocks noChangeAspect="1"/>
          </p:cNvPicPr>
          <p:nvPr/>
        </p:nvPicPr>
        <p:blipFill>
          <a:blip r:embed="rId3"/>
          <a:stretch>
            <a:fillRect/>
          </a:stretch>
        </p:blipFill>
        <p:spPr>
          <a:xfrm>
            <a:off x="226185" y="172568"/>
            <a:ext cx="1520113" cy="675269"/>
          </a:xfrm>
          <a:prstGeom prst="rect">
            <a:avLst/>
          </a:prstGeom>
        </p:spPr>
      </p:pic>
      <p:pic>
        <p:nvPicPr>
          <p:cNvPr id="6" name="Resim 5"/>
          <p:cNvPicPr>
            <a:picLocks noChangeAspect="1"/>
          </p:cNvPicPr>
          <p:nvPr/>
        </p:nvPicPr>
        <p:blipFill>
          <a:blip r:embed="rId4"/>
          <a:stretch>
            <a:fillRect/>
          </a:stretch>
        </p:blipFill>
        <p:spPr>
          <a:xfrm>
            <a:off x="11210595" y="177633"/>
            <a:ext cx="752147" cy="683379"/>
          </a:xfrm>
          <a:prstGeom prst="rect">
            <a:avLst/>
          </a:prstGeom>
        </p:spPr>
      </p:pic>
      <p:pic>
        <p:nvPicPr>
          <p:cNvPr id="10" name="İçerik Yer Tutucusu 9">
            <a:extLst>
              <a:ext uri="{FF2B5EF4-FFF2-40B4-BE49-F238E27FC236}">
                <a16:creationId xmlns:a16="http://schemas.microsoft.com/office/drawing/2014/main" id="{A4AD38BB-5C91-1FC7-F48A-59FAA18C50E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649691" y="1819373"/>
            <a:ext cx="8427563" cy="4049615"/>
          </a:xfrm>
        </p:spPr>
      </p:pic>
    </p:spTree>
    <p:extLst>
      <p:ext uri="{BB962C8B-B14F-4D97-AF65-F5344CB8AC3E}">
        <p14:creationId xmlns:p14="http://schemas.microsoft.com/office/powerpoint/2010/main" val="382512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a:bodyPr>
          <a:lstStyle/>
          <a:p>
            <a:r>
              <a:rPr lang="tr-TR" sz="5400" dirty="0">
                <a:latin typeface="Times New Roman" panose="02020603050405020304" pitchFamily="18" charset="0"/>
                <a:cs typeface="Times New Roman" panose="02020603050405020304" pitchFamily="18" charset="0"/>
              </a:rPr>
              <a:t>Sunum Adı: Konya’da İlçelerin Hava Kirlilik Oranları Karşılaştırılarak Hava Kirliliğine Çözüm Getirilmesi</a:t>
            </a:r>
          </a:p>
        </p:txBody>
      </p:sp>
      <p:sp>
        <p:nvSpPr>
          <p:cNvPr id="3" name="Alt Başlık 2"/>
          <p:cNvSpPr>
            <a:spLocks noGrp="1"/>
          </p:cNvSpPr>
          <p:nvPr>
            <p:ph type="subTitle" idx="1"/>
          </p:nvPr>
        </p:nvSpPr>
        <p:spPr/>
        <p:txBody>
          <a:bodyPr/>
          <a:lstStyle/>
          <a:p>
            <a:r>
              <a:rPr lang="tr-TR" dirty="0">
                <a:latin typeface="Times New Roman" panose="02020603050405020304" pitchFamily="18" charset="0"/>
                <a:cs typeface="Times New Roman" panose="02020603050405020304" pitchFamily="18" charset="0"/>
              </a:rPr>
              <a:t>Hazırlayan: HİLAL AKÇAKAYA</a:t>
            </a:r>
          </a:p>
          <a:p>
            <a:endParaRPr lang="tr-TR" dirty="0"/>
          </a:p>
        </p:txBody>
      </p:sp>
      <p:pic>
        <p:nvPicPr>
          <p:cNvPr id="4" name="Resim 3"/>
          <p:cNvPicPr>
            <a:picLocks noChangeAspect="1"/>
          </p:cNvPicPr>
          <p:nvPr/>
        </p:nvPicPr>
        <p:blipFill>
          <a:blip r:embed="rId2"/>
          <a:stretch>
            <a:fillRect/>
          </a:stretch>
        </p:blipFill>
        <p:spPr>
          <a:xfrm>
            <a:off x="4341679" y="134188"/>
            <a:ext cx="2933495" cy="1303126"/>
          </a:xfrm>
          <a:prstGeom prst="rect">
            <a:avLst/>
          </a:prstGeom>
        </p:spPr>
      </p:pic>
      <p:pic>
        <p:nvPicPr>
          <p:cNvPr id="6" name="Resim 5"/>
          <p:cNvPicPr>
            <a:picLocks noChangeAspect="1"/>
          </p:cNvPicPr>
          <p:nvPr/>
        </p:nvPicPr>
        <p:blipFill>
          <a:blip r:embed="rId3"/>
          <a:stretch>
            <a:fillRect/>
          </a:stretch>
        </p:blipFill>
        <p:spPr>
          <a:xfrm>
            <a:off x="9826865" y="104594"/>
            <a:ext cx="1414712" cy="681157"/>
          </a:xfrm>
          <a:prstGeom prst="rect">
            <a:avLst/>
          </a:prstGeom>
        </p:spPr>
      </p:pic>
      <p:pic>
        <p:nvPicPr>
          <p:cNvPr id="7" name="Resim 6"/>
          <p:cNvPicPr>
            <a:picLocks noChangeAspect="1"/>
          </p:cNvPicPr>
          <p:nvPr/>
        </p:nvPicPr>
        <p:blipFill>
          <a:blip r:embed="rId4"/>
          <a:stretch>
            <a:fillRect/>
          </a:stretch>
        </p:blipFill>
        <p:spPr>
          <a:xfrm>
            <a:off x="11327473" y="102372"/>
            <a:ext cx="752147" cy="683379"/>
          </a:xfrm>
          <a:prstGeom prst="rect">
            <a:avLst/>
          </a:prstGeom>
        </p:spPr>
      </p:pic>
    </p:spTree>
    <p:extLst>
      <p:ext uri="{BB962C8B-B14F-4D97-AF65-F5344CB8AC3E}">
        <p14:creationId xmlns:p14="http://schemas.microsoft.com/office/powerpoint/2010/main" val="949397778"/>
      </p:ext>
    </p:extLst>
  </p:cSld>
  <p:clrMapOvr>
    <a:masterClrMapping/>
  </p:clrMapOvr>
</p:sld>
</file>

<file path=ppt/theme/theme1.xml><?xml version="1.0" encoding="utf-8"?>
<a:theme xmlns:a="http://schemas.openxmlformats.org/drawingml/2006/main" name="Geçmişe bakış">
  <a:themeElements>
    <a:clrScheme name="Geçmişe bakış">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1788</TotalTime>
  <Words>660</Words>
  <Application>Microsoft Office PowerPoint</Application>
  <PresentationFormat>Geniş ekran</PresentationFormat>
  <Paragraphs>65</Paragraphs>
  <Slides>19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19</vt:i4>
      </vt:variant>
    </vt:vector>
  </HeadingPairs>
  <TitlesOfParts>
    <vt:vector size="24" baseType="lpstr">
      <vt:lpstr>Calibri</vt:lpstr>
      <vt:lpstr>Calibri Light</vt:lpstr>
      <vt:lpstr>Times New Roman</vt:lpstr>
      <vt:lpstr>Wingdings</vt:lpstr>
      <vt:lpstr>Geçmişe bakış</vt:lpstr>
      <vt:lpstr>Sunum Adı: Konya’da İlçelerin Hava Kirlilik Oranları Karşılaştırılarak Hava Kirliliğine Çözüm Getirilmesi</vt:lpstr>
      <vt:lpstr>Analiz Gerekçesi ve Hedefi</vt:lpstr>
      <vt:lpstr>Analiz Gerekçesi ve Hedefi</vt:lpstr>
      <vt:lpstr>Analiz Gerekçesi ve Hedefi</vt:lpstr>
      <vt:lpstr>Kullanılan Veri Setleri ve Kaynaklar</vt:lpstr>
      <vt:lpstr>Veri Analizi – Kullanılan Araçlar</vt:lpstr>
      <vt:lpstr>Veri Analizi – Kullanılan Araçlar</vt:lpstr>
      <vt:lpstr>Karatay Hava Kirlilik Oranı</vt:lpstr>
      <vt:lpstr>Meram Hava Kirlilik Oranı</vt:lpstr>
      <vt:lpstr>Selçuklu Hava Kirlilik Oranı</vt:lpstr>
      <vt:lpstr>2022 Yılı En Temiz Şehir &amp; Konya</vt:lpstr>
      <vt:lpstr>2022 Yılı En Temiz Şehir &amp; Konya</vt:lpstr>
      <vt:lpstr>2022 Yılı En Temiz Şehir &amp; Konya</vt:lpstr>
      <vt:lpstr>Çözüm Önerileri &amp; Proje Fikirleri</vt:lpstr>
      <vt:lpstr>Çözüm Önerileri &amp; Proje Fikirleri</vt:lpstr>
      <vt:lpstr>Çözüm Önerileri &amp; Proje Fikirleri</vt:lpstr>
      <vt:lpstr>Çözüm Önerileri &amp; Proje Fikirleri</vt:lpstr>
      <vt:lpstr>Çözüm Önerileri &amp; Proje Fikirleri</vt:lpstr>
      <vt:lpstr>Sunum Adı: Konya’da İlçelerin Hava Kirlilik Oranları Karşılaştırılarak Hava Kirliliğine Çözüm Getirilmesi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Adı:</dc:title>
  <dc:creator>Ebrar BÜYÜKCURA</dc:creator>
  <cp:lastModifiedBy>hilal akçakaya</cp:lastModifiedBy>
  <cp:revision>35</cp:revision>
  <dcterms:created xsi:type="dcterms:W3CDTF">2023-12-12T06:56:29Z</dcterms:created>
  <dcterms:modified xsi:type="dcterms:W3CDTF">2023-12-31T10:14:53Z</dcterms:modified>
</cp:coreProperties>
</file>